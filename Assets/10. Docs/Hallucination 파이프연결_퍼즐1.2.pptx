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6" r:id="rId9"/>
    <p:sldId id="265" r:id="rId10"/>
    <p:sldId id="267" r:id="rId11"/>
    <p:sldId id="268" r:id="rId12"/>
    <p:sldId id="271" r:id="rId13"/>
    <p:sldId id="270" r:id="rId14"/>
    <p:sldId id="269" r:id="rId15"/>
    <p:sldId id="272" r:id="rId16"/>
    <p:sldId id="273" r:id="rId17"/>
    <p:sldId id="274" r:id="rId18"/>
    <p:sldId id="275" r:id="rId19"/>
    <p:sldId id="277" r:id="rId20"/>
    <p:sldId id="276" r:id="rId21"/>
    <p:sldId id="278" r:id="rId22"/>
    <p:sldId id="279" r:id="rId23"/>
    <p:sldId id="264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6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7B7111-0864-80C6-B892-D7D670D32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4CF1DF-CD0C-8BAA-15F9-67B37D4DB1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75FC07-1085-8240-CE66-1112C9441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955E-F55B-4D03-A2F5-79830430F9F1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E3F00E-768C-5781-AF6D-5ADA0B3B2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31FF8D-4FF6-FBCA-7E78-ABD5F32F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B5536-F6AD-43A0-9F4F-557EFD0B7F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31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C7992-A9BE-D372-913A-896A67881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774A07-1519-53A5-D996-0209952A5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91CB45-2F87-3907-972E-4E3799F8C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955E-F55B-4D03-A2F5-79830430F9F1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078CA0-323A-63F3-6A36-748D519AB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298689-4650-170E-7E3C-30F3511A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B5536-F6AD-43A0-9F4F-557EFD0B7F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7747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C1E0D-508E-E571-FC49-543D0A74C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CC3884-CF50-AC1A-E1D9-F5B5F8A58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DD088E-C3A2-1B24-BA3C-47E35876B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955E-F55B-4D03-A2F5-79830430F9F1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1E9AE2-2009-F66E-8CB3-9F64FD35E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562706-8C49-03A8-0EFE-77FD44C67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B5536-F6AD-43A0-9F4F-557EFD0B7F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05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E492A0-A7F1-EBB2-78D9-2DCD22498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459349-8209-9579-D2FC-6E0022E562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9BFC12-B9E0-C790-A140-7727B8699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B90D82-5A8A-4CF1-D101-2FBA3BC87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955E-F55B-4D03-A2F5-79830430F9F1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B9D5C2-A0D5-1797-66B9-146294927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69B967-F32A-1D27-46D4-493395152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B5536-F6AD-43A0-9F4F-557EFD0B7F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93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37DB8-9F5C-A4F4-9415-F1B6007FB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7ACB4B-3BB4-2E8F-2A28-D1BD57783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CF65AE-8D65-8B1C-63BE-1A4073FD7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EFB0A46-59C8-7F9C-2600-6ADE5B457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555C36D-BCE2-C7B1-FD47-32A06C12A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18A7286-7D66-141C-E297-283B769D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955E-F55B-4D03-A2F5-79830430F9F1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9D819F-DC26-70A1-403A-D946F0B51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F32C33-2E98-672A-DDF6-195EA9C98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B5536-F6AD-43A0-9F4F-557EFD0B7F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012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22952B-FB78-B6C4-3CE3-5266EE44C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335D52-E257-E030-C41B-7C523C613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955E-F55B-4D03-A2F5-79830430F9F1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218D16-72AE-3EAA-29E0-01C2C60CA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B16060-F736-54F8-947B-A74ED6656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B5536-F6AD-43A0-9F4F-557EFD0B7F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6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FB06055-DEE9-75C2-B87E-30A2D8E17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955E-F55B-4D03-A2F5-79830430F9F1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E918D5A-E7CB-AC2A-29B4-1BD446BA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38242A-C8DA-3816-0862-E225D19E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B5536-F6AD-43A0-9F4F-557EFD0B7F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678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AB63D7-BE7A-008E-14C8-249F60A2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78397C-6A51-5D33-5DEC-58E490B67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3DAB55-0D8C-D638-58B4-6E4F592C2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D2D74F-C0D2-E49F-0AFB-53E728993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955E-F55B-4D03-A2F5-79830430F9F1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A01387-412E-C56D-8DF5-AD8C5EA1B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6C05EA-3EED-F86D-6429-C37EF7BDB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B5536-F6AD-43A0-9F4F-557EFD0B7F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67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BFC5E-B764-42B2-E84E-1B5528318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25A1260-5A8D-14F4-9285-8631146EC5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143D30-413A-200B-2465-C5B0E7491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671E29-E422-DFEE-9E30-51190FD1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955E-F55B-4D03-A2F5-79830430F9F1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B3C73F-3246-BE25-6F00-61B7B2895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C6CF51-A8AD-17C0-4E27-EC21112C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B5536-F6AD-43A0-9F4F-557EFD0B7F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211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B95AFA-779A-0177-7AE2-32313FB76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1C181D-52D5-8967-BD4D-EF0F7E41D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DA54D0-9BD1-6927-10C0-68CC4F409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955E-F55B-4D03-A2F5-79830430F9F1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A3498-4C90-5AC3-6DAA-FDF95B747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4EA441-449A-E870-231B-D795C4E28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B5536-F6AD-43A0-9F4F-557EFD0B7F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037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CDC6699-E0E6-2B5B-E1FD-2537200168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E0C422-B5DD-C26D-B0F1-883B9517C3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318A09-9831-5F0F-DBFB-737CBF56D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955E-F55B-4D03-A2F5-79830430F9F1}" type="datetimeFigureOut">
              <a:rPr lang="ko-KR" altLang="en-US" smtClean="0"/>
              <a:t>2025-10-13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08EC6E-797A-9D7D-B966-AA46D039D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705610-F509-B315-A64E-0F223636F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B5536-F6AD-43A0-9F4F-557EFD0B7F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91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C7C813-3CAB-51F4-299D-831D797D4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CE6DDE-B346-D7A4-6C32-A1D96024C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BAA0F6-153F-6513-6A43-B800751F92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2B30955E-F55B-4D03-A2F5-79830430F9F1}" type="datetimeFigureOut">
              <a:rPr lang="ko-KR" altLang="en-US" smtClean="0"/>
              <a:pPr/>
              <a:t>2025-10-13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9ABC79-2964-11C0-1818-931D12789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7AD55A-63C9-07C0-98CE-BE7E203B0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581B5536-F6AD-43A0-9F4F-557EFD0B7F2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5907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hZW0V1oKpZw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CD7B4F-DD2E-B277-19EF-F728D1DF5F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람다</a:t>
            </a:r>
            <a:r>
              <a:rPr lang="en-US" altLang="ko-KR" dirty="0"/>
              <a:t>_</a:t>
            </a:r>
            <a:r>
              <a:rPr lang="ko-KR" altLang="en-US" dirty="0"/>
              <a:t>파이프연결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26F58FC-F5F0-C617-D221-46C809F12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3112"/>
            <a:ext cx="9144000" cy="1655762"/>
          </a:xfrm>
        </p:spPr>
        <p:txBody>
          <a:bodyPr/>
          <a:lstStyle/>
          <a:p>
            <a:r>
              <a:rPr lang="ko-KR" altLang="en-US" dirty="0"/>
              <a:t>제작</a:t>
            </a:r>
            <a:r>
              <a:rPr lang="en-US" altLang="ko-KR" dirty="0"/>
              <a:t>: </a:t>
            </a:r>
            <a:r>
              <a:rPr lang="ko-KR" altLang="en-US" dirty="0"/>
              <a:t>멋진 게임</a:t>
            </a:r>
          </a:p>
        </p:txBody>
      </p:sp>
    </p:spTree>
    <p:extLst>
      <p:ext uri="{BB962C8B-B14F-4D97-AF65-F5344CB8AC3E}">
        <p14:creationId xmlns:p14="http://schemas.microsoft.com/office/powerpoint/2010/main" val="3913911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16F1F8-E78B-18E6-804D-156147EA6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ECA9FF-8136-7EF6-4284-AD6B379C5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퍼즐 개요 및 목표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코어 메커니즘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승리 및 실패 조건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환각 시스템 상세 설계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레벨 디자인 및 난이도 조절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UI/UX </a:t>
            </a:r>
            <a:r>
              <a:rPr lang="ko-KR" altLang="en-US" dirty="0"/>
              <a:t>및 비주얼 컨셉</a:t>
            </a:r>
          </a:p>
        </p:txBody>
      </p:sp>
    </p:spTree>
    <p:extLst>
      <p:ext uri="{BB962C8B-B14F-4D97-AF65-F5344CB8AC3E}">
        <p14:creationId xmlns:p14="http://schemas.microsoft.com/office/powerpoint/2010/main" val="299635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BCF5FB-8737-56FE-06A7-3DA867916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개요 및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4C62A5-7980-0237-6B3F-F03F30818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111"/>
            <a:ext cx="10515600" cy="479724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퍼즐의 핵심 역할</a:t>
            </a:r>
            <a:r>
              <a:rPr lang="en-US" altLang="ko-KR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	- </a:t>
            </a:r>
            <a:r>
              <a:rPr lang="ko-KR" altLang="en-US" sz="2000" dirty="0"/>
              <a:t>메인 게임 내 잠긴 문을 해제하기 위한 필수 미니게임</a:t>
            </a:r>
            <a:endParaRPr lang="en-US" altLang="ko-KR" sz="20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컨셉 연관성</a:t>
            </a:r>
            <a:r>
              <a:rPr lang="en-US" altLang="ko-KR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	</a:t>
            </a:r>
            <a:r>
              <a:rPr lang="en-US" altLang="ko-KR" sz="2000" dirty="0"/>
              <a:t>- </a:t>
            </a:r>
            <a:r>
              <a:rPr lang="ko-KR" altLang="en-US" sz="2000" dirty="0"/>
              <a:t>탈출</a:t>
            </a:r>
            <a:r>
              <a:rPr lang="en-US" altLang="ko-KR" sz="2000" dirty="0"/>
              <a:t>: </a:t>
            </a:r>
            <a:r>
              <a:rPr lang="ko-KR" altLang="en-US" sz="2000" dirty="0"/>
              <a:t>문 해제라는 명확한 목표로 구현</a:t>
            </a:r>
            <a:endParaRPr lang="en-US" altLang="ko-KR" sz="20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dirty="0"/>
              <a:t>규모 및 난이도</a:t>
            </a:r>
            <a:r>
              <a:rPr lang="en-US" altLang="ko-KR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dirty="0"/>
              <a:t>	</a:t>
            </a:r>
            <a:r>
              <a:rPr lang="en-US" altLang="ko-KR" sz="2000" dirty="0"/>
              <a:t>-</a:t>
            </a:r>
            <a:r>
              <a:rPr lang="ko-KR" altLang="en-US" sz="2000" dirty="0"/>
              <a:t> 총 </a:t>
            </a:r>
            <a:r>
              <a:rPr lang="en-US" altLang="ko-KR" sz="2000" dirty="0"/>
              <a:t>3</a:t>
            </a:r>
            <a:r>
              <a:rPr lang="ko-KR" altLang="en-US" sz="2000" dirty="0"/>
              <a:t>개 레벨 구상 중</a:t>
            </a:r>
            <a:r>
              <a:rPr lang="en-US" altLang="ko-KR" sz="2000" dirty="0"/>
              <a:t>(</a:t>
            </a:r>
            <a:r>
              <a:rPr lang="ko-KR" altLang="en-US" sz="2000" dirty="0"/>
              <a:t>쉬움</a:t>
            </a:r>
            <a:r>
              <a:rPr lang="en-US" altLang="ko-KR" sz="2000" dirty="0"/>
              <a:t>1</a:t>
            </a:r>
            <a:r>
              <a:rPr lang="ko-KR" altLang="en-US" sz="2000" dirty="0"/>
              <a:t>개</a:t>
            </a:r>
            <a:r>
              <a:rPr lang="en-US" altLang="ko-KR" sz="2000" dirty="0"/>
              <a:t>, </a:t>
            </a:r>
            <a:r>
              <a:rPr lang="ko-KR" altLang="en-US" sz="2000" dirty="0"/>
              <a:t>중간 </a:t>
            </a:r>
            <a:r>
              <a:rPr lang="en-US" altLang="ko-KR" sz="2000" dirty="0"/>
              <a:t>2</a:t>
            </a:r>
            <a:r>
              <a:rPr lang="ko-KR" altLang="en-US" sz="2000" dirty="0"/>
              <a:t>개</a:t>
            </a:r>
            <a:r>
              <a:rPr lang="en-US" altLang="ko-KR" sz="20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dirty="0"/>
              <a:t>	-</a:t>
            </a:r>
            <a:r>
              <a:rPr lang="ko-KR" altLang="en-US" sz="2000" dirty="0"/>
              <a:t> 본 퍼즐은 전체 </a:t>
            </a:r>
            <a:r>
              <a:rPr lang="ko-KR" altLang="en-US" sz="2000" dirty="0" err="1"/>
              <a:t>방탈출</a:t>
            </a:r>
            <a:r>
              <a:rPr lang="ko-KR" altLang="en-US" sz="2000" dirty="0"/>
              <a:t> 레벨을 구성하는 여러 미니게임 중 하나</a:t>
            </a:r>
            <a:endParaRPr lang="en-US" altLang="ko-KR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dirty="0"/>
              <a:t>		</a:t>
            </a:r>
            <a:r>
              <a:rPr lang="en-US" altLang="ko-KR" sz="1800" dirty="0"/>
              <a:t>-- </a:t>
            </a:r>
            <a:r>
              <a:rPr lang="ko-KR" altLang="en-US" sz="1800" dirty="0"/>
              <a:t>여러 컨셉의 컴퓨터 퍼즐 </a:t>
            </a:r>
            <a:r>
              <a:rPr lang="en-US" altLang="ko-KR" sz="1800" dirty="0"/>
              <a:t>+ </a:t>
            </a:r>
            <a:r>
              <a:rPr lang="ko-KR" altLang="en-US" sz="1800" dirty="0"/>
              <a:t>여러 방식의 물리적 퍼즐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80768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7A4D7-2932-AC1B-4B55-56131EA29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코어 </a:t>
            </a:r>
            <a:r>
              <a:rPr lang="ko-KR" altLang="en-US" dirty="0" err="1"/>
              <a:t>매커니즘</a:t>
            </a: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A7D1FE5-BF51-8844-1867-1C95BBF9E4EA}"/>
              </a:ext>
            </a:extLst>
          </p:cNvPr>
          <p:cNvSpPr txBox="1">
            <a:spLocks/>
          </p:cNvSpPr>
          <p:nvPr/>
        </p:nvSpPr>
        <p:spPr>
          <a:xfrm>
            <a:off x="838200" y="1303111"/>
            <a:ext cx="10515600" cy="4424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기본 조작 방식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	-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파이프 조각은 레벨에 미리 배치되어 있음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	-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각 파이프를 터치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클릭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하여 회전시켜 경로를 연결함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퍼즐 구성 요소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파이프 종류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	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직선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코너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(L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), 3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방향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(T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), 4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방향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십자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파이프 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종 사용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물의 역할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게임 컨셉에 맞춰 변경 가능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	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연결 성공 시 물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혹은 전기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 흐르며 시스템 재가동을 </a:t>
            </a:r>
            <a:r>
              <a:rPr lang="ko-KR" altLang="en-US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시뮬레이션함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2922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850C73-54BF-2C77-62FF-94E556DE7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승리 및 실패 조건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9B71BE-1782-19F8-9111-6754873E6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핵심 조건</a:t>
            </a:r>
            <a:r>
              <a:rPr lang="en-US" altLang="ko-KR" dirty="0"/>
              <a:t>:</a:t>
            </a:r>
          </a:p>
          <a:p>
            <a:pPr marL="0" indent="0">
              <a:buNone/>
            </a:pPr>
            <a:r>
              <a:rPr lang="en-US" altLang="ko-KR" dirty="0"/>
              <a:t>	- </a:t>
            </a:r>
            <a:r>
              <a:rPr lang="ko-KR" altLang="en-US" sz="2000" dirty="0"/>
              <a:t>승리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	</a:t>
            </a:r>
            <a:r>
              <a:rPr lang="en-US" altLang="ko-KR" sz="1800" dirty="0"/>
              <a:t>1. </a:t>
            </a:r>
            <a:r>
              <a:rPr lang="ko-KR" altLang="en-US" sz="1800" dirty="0"/>
              <a:t>모든 파이프 연결 완료</a:t>
            </a:r>
            <a:r>
              <a:rPr lang="en-US" altLang="ko-KR" sz="1800" dirty="0"/>
              <a:t>(</a:t>
            </a:r>
            <a:r>
              <a:rPr lang="ko-KR" altLang="en-US" sz="1800" dirty="0"/>
              <a:t>시작 </a:t>
            </a:r>
            <a:r>
              <a:rPr lang="en-US" altLang="ko-KR" sz="1800" dirty="0"/>
              <a:t>-&gt; </a:t>
            </a:r>
            <a:r>
              <a:rPr lang="ko-KR" altLang="en-US" sz="1800" dirty="0"/>
              <a:t>도착 경로 완성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		2. </a:t>
            </a:r>
            <a:r>
              <a:rPr lang="ko-KR" altLang="en-US" sz="1800" dirty="0"/>
              <a:t>근원지 버튼 작동 시</a:t>
            </a:r>
            <a:r>
              <a:rPr lang="en-US" altLang="ko-KR" sz="1800" dirty="0"/>
              <a:t> </a:t>
            </a:r>
            <a:r>
              <a:rPr lang="ko-KR" altLang="en-US" sz="1800" dirty="0"/>
              <a:t>물</a:t>
            </a:r>
            <a:r>
              <a:rPr lang="en-US" altLang="ko-KR" sz="1800" dirty="0"/>
              <a:t>/</a:t>
            </a:r>
            <a:r>
              <a:rPr lang="ko-KR" altLang="en-US" sz="1800" dirty="0"/>
              <a:t>전기가 도착지에 도달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- </a:t>
            </a:r>
            <a:r>
              <a:rPr lang="ko-KR" altLang="en-US" sz="2000" dirty="0"/>
              <a:t>실패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	</a:t>
            </a:r>
            <a:r>
              <a:rPr lang="en-US" altLang="ko-KR" sz="1800" dirty="0"/>
              <a:t>1. </a:t>
            </a:r>
            <a:r>
              <a:rPr lang="ko-KR" altLang="en-US" sz="1800" dirty="0"/>
              <a:t>연결 실패</a:t>
            </a:r>
            <a:r>
              <a:rPr lang="en-US" altLang="ko-KR" sz="1800" dirty="0"/>
              <a:t>(</a:t>
            </a:r>
            <a:r>
              <a:rPr lang="ko-KR" altLang="en-US" sz="1800" dirty="0"/>
              <a:t>근원지 작동 시 도착 </a:t>
            </a:r>
            <a:r>
              <a:rPr lang="ko-KR" altLang="en-US" sz="1800" dirty="0" err="1"/>
              <a:t>미도달</a:t>
            </a:r>
            <a:r>
              <a:rPr lang="en-US" altLang="ko-KR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8393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94256-70CE-A1E4-5BE3-5529035BE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레벨 디자인 및 난이도 조절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3E711D-AD6C-2F59-1C3E-069B9BC2F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5361"/>
            <a:ext cx="10515600" cy="5300165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레벨 구성</a:t>
            </a:r>
            <a:r>
              <a:rPr lang="en-US" altLang="ko-KR" dirty="0"/>
              <a:t>(3</a:t>
            </a:r>
            <a:r>
              <a:rPr lang="ko-KR" altLang="en-US" dirty="0"/>
              <a:t>개의 레벨</a:t>
            </a:r>
            <a:r>
              <a:rPr lang="en-US" altLang="ko-KR" dirty="0"/>
              <a:t>):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2000" dirty="0"/>
              <a:t>Lv1(</a:t>
            </a:r>
            <a:r>
              <a:rPr lang="ko-KR" altLang="en-US" sz="2000" dirty="0"/>
              <a:t>쉬움</a:t>
            </a:r>
            <a:r>
              <a:rPr lang="en-US" altLang="ko-KR" sz="2000" dirty="0"/>
              <a:t>) - </a:t>
            </a:r>
            <a:r>
              <a:rPr lang="ko-KR" altLang="en-US" sz="2000" dirty="0"/>
              <a:t>기본 메커니즘 숙지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	Lv2(</a:t>
            </a:r>
            <a:r>
              <a:rPr lang="ko-KR" altLang="en-US" sz="2000" dirty="0"/>
              <a:t>중간</a:t>
            </a:r>
            <a:r>
              <a:rPr lang="en-US" altLang="ko-KR" sz="2000" dirty="0"/>
              <a:t>) – </a:t>
            </a:r>
            <a:r>
              <a:rPr lang="ko-KR" altLang="en-US" sz="2000" dirty="0"/>
              <a:t>새로운 파이프 사용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	Lv3(</a:t>
            </a:r>
            <a:r>
              <a:rPr lang="ko-KR" altLang="en-US" sz="2000" dirty="0"/>
              <a:t>중간</a:t>
            </a:r>
            <a:r>
              <a:rPr lang="en-US" altLang="ko-KR" sz="2000" dirty="0"/>
              <a:t>) – </a:t>
            </a:r>
            <a:r>
              <a:rPr lang="ko-KR" altLang="en-US" sz="2000" dirty="0"/>
              <a:t>복잡한 초기 배치</a:t>
            </a:r>
            <a:r>
              <a:rPr lang="en-US" altLang="ko-KR" sz="2000" dirty="0"/>
              <a:t>(T </a:t>
            </a:r>
            <a:r>
              <a:rPr lang="ko-KR" altLang="en-US" sz="2000" dirty="0"/>
              <a:t>혹은 십자 다수 배치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dirty="0"/>
              <a:t>난이도 조절 핵심 요소</a:t>
            </a:r>
            <a:r>
              <a:rPr lang="en-US" altLang="ko-KR" dirty="0"/>
              <a:t>:</a:t>
            </a:r>
          </a:p>
          <a:p>
            <a:pPr marL="0" indent="0">
              <a:buNone/>
            </a:pPr>
            <a:r>
              <a:rPr lang="en-US" altLang="ko-KR" sz="2000" dirty="0"/>
              <a:t>	1. </a:t>
            </a:r>
            <a:r>
              <a:rPr lang="ko-KR" altLang="en-US" sz="2000" dirty="0"/>
              <a:t>파이프 개수와 파이프의 종류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	2. </a:t>
            </a:r>
            <a:r>
              <a:rPr lang="ko-KR" altLang="en-US" sz="2000" dirty="0"/>
              <a:t>파이프의 초기 회전 상태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dirty="0"/>
              <a:t>퍼즐 레벨 </a:t>
            </a:r>
            <a:r>
              <a:rPr lang="ko-KR" altLang="en-US" dirty="0" err="1"/>
              <a:t>명명법</a:t>
            </a:r>
            <a:r>
              <a:rPr lang="en-US" altLang="ko-KR" dirty="0"/>
              <a:t>:</a:t>
            </a:r>
          </a:p>
          <a:p>
            <a:pPr marL="0" indent="0">
              <a:buNone/>
            </a:pPr>
            <a:r>
              <a:rPr lang="en-US" altLang="ko-KR" sz="2000" dirty="0"/>
              <a:t>	- </a:t>
            </a:r>
            <a:r>
              <a:rPr lang="ko-KR" altLang="en-US" sz="2000" dirty="0"/>
              <a:t>각 스테이지 이름은 방 레벨 디자이너의 </a:t>
            </a:r>
            <a:r>
              <a:rPr lang="ko-KR" altLang="en-US" sz="2000" dirty="0" err="1"/>
              <a:t>명명법</a:t>
            </a:r>
            <a:r>
              <a:rPr lang="ko-KR" altLang="en-US" sz="2000" dirty="0"/>
              <a:t> 따름</a:t>
            </a:r>
            <a:endParaRPr lang="en-US" altLang="ko-KR" sz="2000" dirty="0"/>
          </a:p>
          <a:p>
            <a:pPr marL="457200" lvl="1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2284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53F115-AACB-85B4-F541-99B53034D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UI/UX </a:t>
            </a:r>
            <a:r>
              <a:rPr lang="ko-KR" altLang="en-US" dirty="0"/>
              <a:t>및 비주얼 컨셉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C4A44F-1990-CFDA-B107-CE8EAB0ED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874"/>
            <a:ext cx="10515600" cy="56888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UI/UX: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2000" dirty="0"/>
              <a:t>- </a:t>
            </a:r>
            <a:r>
              <a:rPr lang="ko-KR" altLang="en-US" sz="2000" dirty="0"/>
              <a:t>시중 파이프 게임 벤치마킹 후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인게임</a:t>
            </a:r>
            <a:r>
              <a:rPr lang="ko-KR" altLang="en-US" sz="2000" dirty="0"/>
              <a:t> 분위기에 맞춰 조정</a:t>
            </a:r>
            <a:r>
              <a:rPr lang="en-US" altLang="ko-KR" sz="2000" dirty="0"/>
              <a:t>.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	</a:t>
            </a:r>
            <a:r>
              <a:rPr lang="en-US" altLang="ko-KR" sz="1800" dirty="0"/>
              <a:t>-- </a:t>
            </a:r>
            <a:r>
              <a:rPr lang="en-US" altLang="ko-KR" sz="1800" dirty="0">
                <a:hlinkClick r:id="rId2"/>
              </a:rPr>
              <a:t>https://www.youtube.com/watch?v=hZW0V1oKpZw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dirty="0" err="1"/>
              <a:t>주조색</a:t>
            </a:r>
            <a:r>
              <a:rPr lang="en-US" altLang="ko-KR" dirty="0"/>
              <a:t>: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2000" dirty="0"/>
              <a:t>- </a:t>
            </a:r>
            <a:r>
              <a:rPr lang="ko-KR" altLang="en-US" sz="2000" dirty="0"/>
              <a:t>컴퓨터 </a:t>
            </a:r>
            <a:r>
              <a:rPr lang="en-US" altLang="ko-KR" sz="2000" dirty="0"/>
              <a:t>UI </a:t>
            </a:r>
            <a:r>
              <a:rPr lang="ko-KR" altLang="en-US" sz="2000" dirty="0"/>
              <a:t>색상에 맞게 배정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dirty="0"/>
              <a:t>액체</a:t>
            </a:r>
            <a:r>
              <a:rPr lang="en-US" altLang="ko-KR" dirty="0"/>
              <a:t>/</a:t>
            </a:r>
            <a:r>
              <a:rPr lang="ko-KR" altLang="en-US" dirty="0"/>
              <a:t>성공</a:t>
            </a:r>
            <a:r>
              <a:rPr lang="en-US" altLang="ko-KR" dirty="0"/>
              <a:t>:</a:t>
            </a:r>
          </a:p>
          <a:p>
            <a:pPr marL="0" indent="0">
              <a:buNone/>
            </a:pPr>
            <a:r>
              <a:rPr lang="en-US" altLang="ko-KR" sz="2000" dirty="0"/>
              <a:t>	- </a:t>
            </a:r>
            <a:r>
              <a:rPr lang="ko-KR" altLang="en-US" sz="2000" dirty="0"/>
              <a:t>물</a:t>
            </a:r>
            <a:r>
              <a:rPr lang="en-US" altLang="ko-KR" sz="2000" dirty="0"/>
              <a:t>(</a:t>
            </a:r>
            <a:r>
              <a:rPr lang="ko-KR" altLang="en-US" sz="2000" dirty="0"/>
              <a:t>전기</a:t>
            </a:r>
            <a:r>
              <a:rPr lang="en-US" altLang="ko-KR" sz="2000" dirty="0"/>
              <a:t>)</a:t>
            </a:r>
            <a:r>
              <a:rPr lang="ko-KR" altLang="en-US" sz="2000" dirty="0"/>
              <a:t>이 흐르는 경로</a:t>
            </a:r>
            <a:r>
              <a:rPr lang="en-US" altLang="ko-KR" sz="2000" dirty="0"/>
              <a:t>, </a:t>
            </a:r>
            <a:r>
              <a:rPr lang="ko-KR" altLang="en-US" sz="2000" dirty="0"/>
              <a:t>연결 성공 표시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dirty="0" err="1"/>
              <a:t>인게임</a:t>
            </a:r>
            <a:r>
              <a:rPr lang="en-US" altLang="ko-KR" dirty="0"/>
              <a:t>UI:</a:t>
            </a:r>
          </a:p>
          <a:p>
            <a:pPr marL="0" indent="0">
              <a:buNone/>
            </a:pPr>
            <a:r>
              <a:rPr lang="en-US" altLang="ko-KR" sz="2000" dirty="0"/>
              <a:t>	- </a:t>
            </a:r>
            <a:r>
              <a:rPr lang="ko-KR" altLang="en-US" sz="2000" dirty="0"/>
              <a:t>근원지</a:t>
            </a:r>
            <a:r>
              <a:rPr lang="en-US" altLang="ko-KR" sz="2000" dirty="0"/>
              <a:t>/</a:t>
            </a:r>
            <a:r>
              <a:rPr lang="ko-KR" altLang="en-US" sz="2000" dirty="0"/>
              <a:t>도착지 표시 명확</a:t>
            </a:r>
            <a:r>
              <a:rPr lang="en-US" altLang="ko-KR" sz="2000" dirty="0"/>
              <a:t>(</a:t>
            </a:r>
            <a:r>
              <a:rPr lang="ko-KR" altLang="en-US" sz="2000" dirty="0"/>
              <a:t>구분되게</a:t>
            </a:r>
            <a:r>
              <a:rPr lang="en-US" altLang="ko-KR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29648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1F98C-C1CD-2266-00B0-BA3A4A7CA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4E220-2C62-673B-D6FC-7DAD07094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</a:t>
            </a:r>
            <a:r>
              <a:rPr lang="en-US" altLang="ko-KR" dirty="0"/>
              <a:t>_</a:t>
            </a:r>
            <a:r>
              <a:rPr lang="ko-KR" altLang="en-US" dirty="0"/>
              <a:t>예시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CA602CD-07C3-263F-E6D3-D8AD884D610D}"/>
              </a:ext>
            </a:extLst>
          </p:cNvPr>
          <p:cNvGrpSpPr/>
          <p:nvPr/>
        </p:nvGrpSpPr>
        <p:grpSpPr>
          <a:xfrm>
            <a:off x="736600" y="1511300"/>
            <a:ext cx="4337050" cy="4337050"/>
            <a:chOff x="3225800" y="2252665"/>
            <a:chExt cx="4086222" cy="408622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D91CB8A-6C8C-2D3D-6DE6-ABC12CE25476}"/>
                </a:ext>
              </a:extLst>
            </p:cNvPr>
            <p:cNvSpPr/>
            <p:nvPr/>
          </p:nvSpPr>
          <p:spPr>
            <a:xfrm>
              <a:off x="3225800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32E68E1-AC05-E6F0-5FE0-12D550A757B6}"/>
                </a:ext>
              </a:extLst>
            </p:cNvPr>
            <p:cNvSpPr/>
            <p:nvPr/>
          </p:nvSpPr>
          <p:spPr>
            <a:xfrm>
              <a:off x="3906837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066B679-F5A6-DEBF-D2A6-C0683DDE5679}"/>
                </a:ext>
              </a:extLst>
            </p:cNvPr>
            <p:cNvSpPr/>
            <p:nvPr/>
          </p:nvSpPr>
          <p:spPr>
            <a:xfrm>
              <a:off x="4587874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D7FD6A9-097B-3D0E-DF4B-E774020DC3D9}"/>
                </a:ext>
              </a:extLst>
            </p:cNvPr>
            <p:cNvSpPr/>
            <p:nvPr/>
          </p:nvSpPr>
          <p:spPr>
            <a:xfrm>
              <a:off x="5268911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F1DCA6A-748F-6499-1D58-2ED999CDEE2F}"/>
                </a:ext>
              </a:extLst>
            </p:cNvPr>
            <p:cNvSpPr/>
            <p:nvPr/>
          </p:nvSpPr>
          <p:spPr>
            <a:xfrm>
              <a:off x="5949948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90936A2-FF41-BF54-F9CD-ADF4258FB967}"/>
                </a:ext>
              </a:extLst>
            </p:cNvPr>
            <p:cNvSpPr/>
            <p:nvPr/>
          </p:nvSpPr>
          <p:spPr>
            <a:xfrm>
              <a:off x="6630985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B2EBED3-46D0-6D7D-A42A-0388FBEB2DCD}"/>
                </a:ext>
              </a:extLst>
            </p:cNvPr>
            <p:cNvSpPr/>
            <p:nvPr/>
          </p:nvSpPr>
          <p:spPr>
            <a:xfrm>
              <a:off x="3225800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CD99F81-87FD-8C3B-4DD7-F5F54719C7B5}"/>
                </a:ext>
              </a:extLst>
            </p:cNvPr>
            <p:cNvSpPr/>
            <p:nvPr/>
          </p:nvSpPr>
          <p:spPr>
            <a:xfrm>
              <a:off x="3906837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548D4E1-539E-1D3F-420D-6517420511B5}"/>
                </a:ext>
              </a:extLst>
            </p:cNvPr>
            <p:cNvSpPr/>
            <p:nvPr/>
          </p:nvSpPr>
          <p:spPr>
            <a:xfrm>
              <a:off x="4587874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A5AE04F-4298-5467-DBBA-4C483C0FCF78}"/>
                </a:ext>
              </a:extLst>
            </p:cNvPr>
            <p:cNvSpPr/>
            <p:nvPr/>
          </p:nvSpPr>
          <p:spPr>
            <a:xfrm>
              <a:off x="5268911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C975F81-3195-6C55-8832-C555CAABA8D1}"/>
                </a:ext>
              </a:extLst>
            </p:cNvPr>
            <p:cNvSpPr/>
            <p:nvPr/>
          </p:nvSpPr>
          <p:spPr>
            <a:xfrm>
              <a:off x="5949948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8D542AB-3868-678A-B452-365CD97EB050}"/>
                </a:ext>
              </a:extLst>
            </p:cNvPr>
            <p:cNvSpPr/>
            <p:nvPr/>
          </p:nvSpPr>
          <p:spPr>
            <a:xfrm>
              <a:off x="6630985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18486399-37BA-950C-C727-ABB50CD799F4}"/>
                </a:ext>
              </a:extLst>
            </p:cNvPr>
            <p:cNvSpPr/>
            <p:nvPr/>
          </p:nvSpPr>
          <p:spPr>
            <a:xfrm>
              <a:off x="3225800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AF780F6-E0A9-342E-F15A-65484F18C7B2}"/>
                </a:ext>
              </a:extLst>
            </p:cNvPr>
            <p:cNvSpPr/>
            <p:nvPr/>
          </p:nvSpPr>
          <p:spPr>
            <a:xfrm>
              <a:off x="3906837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B5CAD6A-9825-6A3C-A5FA-D8BF382F5E13}"/>
                </a:ext>
              </a:extLst>
            </p:cNvPr>
            <p:cNvSpPr/>
            <p:nvPr/>
          </p:nvSpPr>
          <p:spPr>
            <a:xfrm>
              <a:off x="4587874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82EB516-A4A5-9BD1-6543-86A82B841E30}"/>
                </a:ext>
              </a:extLst>
            </p:cNvPr>
            <p:cNvSpPr/>
            <p:nvPr/>
          </p:nvSpPr>
          <p:spPr>
            <a:xfrm>
              <a:off x="5268911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49DF631-7E6A-B739-4F2A-69CA99531D6C}"/>
                </a:ext>
              </a:extLst>
            </p:cNvPr>
            <p:cNvSpPr/>
            <p:nvPr/>
          </p:nvSpPr>
          <p:spPr>
            <a:xfrm>
              <a:off x="5949948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356D623-D049-1A39-D10F-ABA7ED588F78}"/>
                </a:ext>
              </a:extLst>
            </p:cNvPr>
            <p:cNvSpPr/>
            <p:nvPr/>
          </p:nvSpPr>
          <p:spPr>
            <a:xfrm>
              <a:off x="6630985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8A5361B1-6B08-A404-C54B-6CE6F4D96BA1}"/>
                </a:ext>
              </a:extLst>
            </p:cNvPr>
            <p:cNvSpPr/>
            <p:nvPr/>
          </p:nvSpPr>
          <p:spPr>
            <a:xfrm>
              <a:off x="3225800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18513B3-A587-CCC8-8B3A-858A3C56D866}"/>
                </a:ext>
              </a:extLst>
            </p:cNvPr>
            <p:cNvSpPr/>
            <p:nvPr/>
          </p:nvSpPr>
          <p:spPr>
            <a:xfrm>
              <a:off x="3906837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94DEEF2-BBDD-9466-8147-EBF44DDC3EC4}"/>
                </a:ext>
              </a:extLst>
            </p:cNvPr>
            <p:cNvSpPr/>
            <p:nvPr/>
          </p:nvSpPr>
          <p:spPr>
            <a:xfrm>
              <a:off x="4587874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C786DBA-83DA-908A-C987-FA2D7784F2C0}"/>
                </a:ext>
              </a:extLst>
            </p:cNvPr>
            <p:cNvSpPr/>
            <p:nvPr/>
          </p:nvSpPr>
          <p:spPr>
            <a:xfrm>
              <a:off x="5268911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DB713CAC-367D-6BAA-02F0-FF60FE1581EA}"/>
                </a:ext>
              </a:extLst>
            </p:cNvPr>
            <p:cNvSpPr/>
            <p:nvPr/>
          </p:nvSpPr>
          <p:spPr>
            <a:xfrm>
              <a:off x="5949948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FD5A6C2F-B5F4-8408-0F5E-F8EAA83AE6E0}"/>
                </a:ext>
              </a:extLst>
            </p:cNvPr>
            <p:cNvSpPr/>
            <p:nvPr/>
          </p:nvSpPr>
          <p:spPr>
            <a:xfrm>
              <a:off x="6630985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D39A20AF-F7AE-8703-39A3-C351AB779EA0}"/>
                </a:ext>
              </a:extLst>
            </p:cNvPr>
            <p:cNvSpPr/>
            <p:nvPr/>
          </p:nvSpPr>
          <p:spPr>
            <a:xfrm>
              <a:off x="3225800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F5C3951-5705-8C50-7854-534E001653E7}"/>
                </a:ext>
              </a:extLst>
            </p:cNvPr>
            <p:cNvSpPr/>
            <p:nvPr/>
          </p:nvSpPr>
          <p:spPr>
            <a:xfrm>
              <a:off x="3906837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A4C97841-F8A2-3526-0DED-6C7B04F42501}"/>
                </a:ext>
              </a:extLst>
            </p:cNvPr>
            <p:cNvSpPr/>
            <p:nvPr/>
          </p:nvSpPr>
          <p:spPr>
            <a:xfrm>
              <a:off x="4587874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38ABAC8D-F1D3-FC32-41B4-7D38220A94F1}"/>
                </a:ext>
              </a:extLst>
            </p:cNvPr>
            <p:cNvSpPr/>
            <p:nvPr/>
          </p:nvSpPr>
          <p:spPr>
            <a:xfrm>
              <a:off x="5268911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92686875-CBF8-2566-471F-EE968570F529}"/>
                </a:ext>
              </a:extLst>
            </p:cNvPr>
            <p:cNvSpPr/>
            <p:nvPr/>
          </p:nvSpPr>
          <p:spPr>
            <a:xfrm>
              <a:off x="5949948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33EB2FC2-A5CC-337A-13F6-048BC1983ABB}"/>
                </a:ext>
              </a:extLst>
            </p:cNvPr>
            <p:cNvSpPr/>
            <p:nvPr/>
          </p:nvSpPr>
          <p:spPr>
            <a:xfrm>
              <a:off x="6630985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7726E8B3-8A77-1D1E-017C-DBA6DB6F8321}"/>
                </a:ext>
              </a:extLst>
            </p:cNvPr>
            <p:cNvSpPr/>
            <p:nvPr/>
          </p:nvSpPr>
          <p:spPr>
            <a:xfrm>
              <a:off x="3225800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05E26DAC-1D55-B9DC-FDE9-ED391EB813B1}"/>
                </a:ext>
              </a:extLst>
            </p:cNvPr>
            <p:cNvSpPr/>
            <p:nvPr/>
          </p:nvSpPr>
          <p:spPr>
            <a:xfrm>
              <a:off x="3906837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5AF2780B-ECFF-CDAA-380F-F82E4E496065}"/>
                </a:ext>
              </a:extLst>
            </p:cNvPr>
            <p:cNvSpPr/>
            <p:nvPr/>
          </p:nvSpPr>
          <p:spPr>
            <a:xfrm>
              <a:off x="4587874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70F1155-616E-F949-A9CE-1484C1572450}"/>
                </a:ext>
              </a:extLst>
            </p:cNvPr>
            <p:cNvSpPr/>
            <p:nvPr/>
          </p:nvSpPr>
          <p:spPr>
            <a:xfrm>
              <a:off x="5268911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97AF3D7D-CBA0-AF08-D53C-BC99A1D8D08B}"/>
                </a:ext>
              </a:extLst>
            </p:cNvPr>
            <p:cNvSpPr/>
            <p:nvPr/>
          </p:nvSpPr>
          <p:spPr>
            <a:xfrm>
              <a:off x="5949948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261947CA-5AEA-56EF-297A-698D31E1D9BE}"/>
                </a:ext>
              </a:extLst>
            </p:cNvPr>
            <p:cNvSpPr/>
            <p:nvPr/>
          </p:nvSpPr>
          <p:spPr>
            <a:xfrm>
              <a:off x="6630985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9" name="타원 68">
            <a:extLst>
              <a:ext uri="{FF2B5EF4-FFF2-40B4-BE49-F238E27FC236}">
                <a16:creationId xmlns:a16="http://schemas.microsoft.com/office/drawing/2014/main" id="{F9C9B7A6-1A0E-A4C7-CD23-575C987F740D}"/>
              </a:ext>
            </a:extLst>
          </p:cNvPr>
          <p:cNvSpPr/>
          <p:nvPr/>
        </p:nvSpPr>
        <p:spPr>
          <a:xfrm>
            <a:off x="896074" y="5284982"/>
            <a:ext cx="403894" cy="40389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EC449D97-529F-15D3-BE85-8BE6DA0E964E}"/>
              </a:ext>
            </a:extLst>
          </p:cNvPr>
          <p:cNvSpPr/>
          <p:nvPr/>
        </p:nvSpPr>
        <p:spPr>
          <a:xfrm>
            <a:off x="4510282" y="1668769"/>
            <a:ext cx="403894" cy="40389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화살표: 오른쪽 70">
            <a:extLst>
              <a:ext uri="{FF2B5EF4-FFF2-40B4-BE49-F238E27FC236}">
                <a16:creationId xmlns:a16="http://schemas.microsoft.com/office/drawing/2014/main" id="{EAEA1B55-0075-D522-9D84-1F7B8EE2834C}"/>
              </a:ext>
            </a:extLst>
          </p:cNvPr>
          <p:cNvSpPr/>
          <p:nvPr/>
        </p:nvSpPr>
        <p:spPr>
          <a:xfrm>
            <a:off x="1573638" y="5292995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화살표: 위로 굽음 73">
            <a:extLst>
              <a:ext uri="{FF2B5EF4-FFF2-40B4-BE49-F238E27FC236}">
                <a16:creationId xmlns:a16="http://schemas.microsoft.com/office/drawing/2014/main" id="{4BE9526D-2181-C2A1-28A7-E708D760D74D}"/>
              </a:ext>
            </a:extLst>
          </p:cNvPr>
          <p:cNvSpPr/>
          <p:nvPr/>
        </p:nvSpPr>
        <p:spPr>
          <a:xfrm rot="5400000">
            <a:off x="2299466" y="5207718"/>
            <a:ext cx="552450" cy="558422"/>
          </a:xfrm>
          <a:prstGeom prst="bent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화살표: 오른쪽 74">
            <a:extLst>
              <a:ext uri="{FF2B5EF4-FFF2-40B4-BE49-F238E27FC236}">
                <a16:creationId xmlns:a16="http://schemas.microsoft.com/office/drawing/2014/main" id="{7D72438D-E869-949E-6817-4DD3F63E4E1D}"/>
              </a:ext>
            </a:extLst>
          </p:cNvPr>
          <p:cNvSpPr/>
          <p:nvPr/>
        </p:nvSpPr>
        <p:spPr>
          <a:xfrm rot="16200000">
            <a:off x="2311236" y="4563349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화살표: 오른쪽 75">
            <a:extLst>
              <a:ext uri="{FF2B5EF4-FFF2-40B4-BE49-F238E27FC236}">
                <a16:creationId xmlns:a16="http://schemas.microsoft.com/office/drawing/2014/main" id="{C687B3C7-3579-CDAA-FF31-015F850C334B}"/>
              </a:ext>
            </a:extLst>
          </p:cNvPr>
          <p:cNvSpPr/>
          <p:nvPr/>
        </p:nvSpPr>
        <p:spPr>
          <a:xfrm rot="16200000">
            <a:off x="2279250" y="3827278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D6BE3DB8-5C61-AF0C-5C73-3DEE349774E8}"/>
              </a:ext>
            </a:extLst>
          </p:cNvPr>
          <p:cNvSpPr/>
          <p:nvPr/>
        </p:nvSpPr>
        <p:spPr>
          <a:xfrm rot="10800000">
            <a:off x="2279250" y="3091208"/>
            <a:ext cx="528909" cy="427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8" name="화살표: 위로 굽음 77">
            <a:extLst>
              <a:ext uri="{FF2B5EF4-FFF2-40B4-BE49-F238E27FC236}">
                <a16:creationId xmlns:a16="http://schemas.microsoft.com/office/drawing/2014/main" id="{BDD72691-3399-DF08-AA24-C04B4597E808}"/>
              </a:ext>
            </a:extLst>
          </p:cNvPr>
          <p:cNvSpPr/>
          <p:nvPr/>
        </p:nvSpPr>
        <p:spPr>
          <a:xfrm rot="16200000" flipV="1">
            <a:off x="2322276" y="2315026"/>
            <a:ext cx="552450" cy="537530"/>
          </a:xfrm>
          <a:prstGeom prst="bentUp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화살표: 오른쪽 78">
            <a:extLst>
              <a:ext uri="{FF2B5EF4-FFF2-40B4-BE49-F238E27FC236}">
                <a16:creationId xmlns:a16="http://schemas.microsoft.com/office/drawing/2014/main" id="{0B1FCB97-B98A-39C3-EFB8-CCE263DDA0B7}"/>
              </a:ext>
            </a:extLst>
          </p:cNvPr>
          <p:cNvSpPr/>
          <p:nvPr/>
        </p:nvSpPr>
        <p:spPr>
          <a:xfrm>
            <a:off x="3002091" y="2369822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화살표: 오른쪽 79">
            <a:extLst>
              <a:ext uri="{FF2B5EF4-FFF2-40B4-BE49-F238E27FC236}">
                <a16:creationId xmlns:a16="http://schemas.microsoft.com/office/drawing/2014/main" id="{5860F1E8-D3B3-236B-D4FE-290B557776B8}"/>
              </a:ext>
            </a:extLst>
          </p:cNvPr>
          <p:cNvSpPr/>
          <p:nvPr/>
        </p:nvSpPr>
        <p:spPr>
          <a:xfrm rot="16200000">
            <a:off x="3724933" y="2369822"/>
            <a:ext cx="528909" cy="427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화살표: 위로 굽음 80">
            <a:extLst>
              <a:ext uri="{FF2B5EF4-FFF2-40B4-BE49-F238E27FC236}">
                <a16:creationId xmlns:a16="http://schemas.microsoft.com/office/drawing/2014/main" id="{00D5AF29-588E-FF37-319C-5772C9324885}"/>
              </a:ext>
            </a:extLst>
          </p:cNvPr>
          <p:cNvSpPr/>
          <p:nvPr/>
        </p:nvSpPr>
        <p:spPr>
          <a:xfrm>
            <a:off x="4436004" y="2300491"/>
            <a:ext cx="552450" cy="558422"/>
          </a:xfrm>
          <a:prstGeom prst="bentUp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06316149-C308-600C-3200-2D65B18A0C22}"/>
              </a:ext>
            </a:extLst>
          </p:cNvPr>
          <p:cNvSpPr/>
          <p:nvPr/>
        </p:nvSpPr>
        <p:spPr>
          <a:xfrm>
            <a:off x="6527800" y="1454150"/>
            <a:ext cx="495300" cy="495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7C47C08-629D-3C0C-217E-5A40A223AB84}"/>
              </a:ext>
            </a:extLst>
          </p:cNvPr>
          <p:cNvSpPr/>
          <p:nvPr/>
        </p:nvSpPr>
        <p:spPr>
          <a:xfrm>
            <a:off x="6527800" y="2319334"/>
            <a:ext cx="495300" cy="495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0DE6934-AD16-916C-AE3E-7EF134559603}"/>
              </a:ext>
            </a:extLst>
          </p:cNvPr>
          <p:cNvSpPr/>
          <p:nvPr/>
        </p:nvSpPr>
        <p:spPr>
          <a:xfrm>
            <a:off x="6527800" y="3200400"/>
            <a:ext cx="495300" cy="4953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435DE0-C5FE-4192-56AD-8E38BB269651}"/>
              </a:ext>
            </a:extLst>
          </p:cNvPr>
          <p:cNvSpPr txBox="1"/>
          <p:nvPr/>
        </p:nvSpPr>
        <p:spPr>
          <a:xfrm>
            <a:off x="7489215" y="1484103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시작</a:t>
            </a:r>
            <a:r>
              <a:rPr lang="en-US" altLang="ko-KR" dirty="0"/>
              <a:t>/</a:t>
            </a:r>
            <a:r>
              <a:rPr lang="ko-KR" altLang="en-US" dirty="0"/>
              <a:t>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9D6D03-F292-F346-22F3-1133D89BFC86}"/>
              </a:ext>
            </a:extLst>
          </p:cNvPr>
          <p:cNvSpPr txBox="1"/>
          <p:nvPr/>
        </p:nvSpPr>
        <p:spPr>
          <a:xfrm>
            <a:off x="7489215" y="2395036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회전 불가 파이프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269697-EEC5-362E-1437-17271BBE9517}"/>
              </a:ext>
            </a:extLst>
          </p:cNvPr>
          <p:cNvSpPr txBox="1"/>
          <p:nvPr/>
        </p:nvSpPr>
        <p:spPr>
          <a:xfrm>
            <a:off x="6956576" y="4575846"/>
            <a:ext cx="142058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일자 파이프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03F5C52F-D82B-600B-7809-EA4694707F1F}"/>
              </a:ext>
            </a:extLst>
          </p:cNvPr>
          <p:cNvSpPr/>
          <p:nvPr/>
        </p:nvSpPr>
        <p:spPr>
          <a:xfrm>
            <a:off x="5993573" y="4512862"/>
            <a:ext cx="654050" cy="4953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위로 굽음 33">
            <a:extLst>
              <a:ext uri="{FF2B5EF4-FFF2-40B4-BE49-F238E27FC236}">
                <a16:creationId xmlns:a16="http://schemas.microsoft.com/office/drawing/2014/main" id="{2FC460EA-0834-C6B3-8BA9-0231676BC5D2}"/>
              </a:ext>
            </a:extLst>
          </p:cNvPr>
          <p:cNvSpPr/>
          <p:nvPr/>
        </p:nvSpPr>
        <p:spPr>
          <a:xfrm>
            <a:off x="5924781" y="5556703"/>
            <a:ext cx="722842" cy="681037"/>
          </a:xfrm>
          <a:prstGeom prst="bent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화살표: 왼쪽/오른쪽/위쪽 34">
            <a:extLst>
              <a:ext uri="{FF2B5EF4-FFF2-40B4-BE49-F238E27FC236}">
                <a16:creationId xmlns:a16="http://schemas.microsoft.com/office/drawing/2014/main" id="{69D3A18B-0B8C-F576-1F07-6FC909D022BA}"/>
              </a:ext>
            </a:extLst>
          </p:cNvPr>
          <p:cNvSpPr/>
          <p:nvPr/>
        </p:nvSpPr>
        <p:spPr>
          <a:xfrm>
            <a:off x="9115657" y="4512862"/>
            <a:ext cx="722842" cy="495300"/>
          </a:xfrm>
          <a:prstGeom prst="leftRight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화살표: 왼쪽/오른쪽/위쪽/아래쪽 41">
            <a:extLst>
              <a:ext uri="{FF2B5EF4-FFF2-40B4-BE49-F238E27FC236}">
                <a16:creationId xmlns:a16="http://schemas.microsoft.com/office/drawing/2014/main" id="{52AFD34C-B5D7-099A-A808-FE4AA0D2D9BE}"/>
              </a:ext>
            </a:extLst>
          </p:cNvPr>
          <p:cNvSpPr/>
          <p:nvPr/>
        </p:nvSpPr>
        <p:spPr>
          <a:xfrm>
            <a:off x="9069882" y="5506962"/>
            <a:ext cx="814388" cy="780521"/>
          </a:xfrm>
          <a:prstGeom prst="quad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5F0346-9174-60D5-DAF7-A9CF1D28188A}"/>
              </a:ext>
            </a:extLst>
          </p:cNvPr>
          <p:cNvSpPr txBox="1"/>
          <p:nvPr/>
        </p:nvSpPr>
        <p:spPr>
          <a:xfrm>
            <a:off x="6956576" y="5763154"/>
            <a:ext cx="130035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L</a:t>
            </a:r>
            <a:r>
              <a:rPr lang="ko-KR" altLang="en-US" dirty="0"/>
              <a:t>자 파이프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3B1FEB-E699-0DE8-2998-FCDFD3EA7B25}"/>
              </a:ext>
            </a:extLst>
          </p:cNvPr>
          <p:cNvSpPr txBox="1"/>
          <p:nvPr/>
        </p:nvSpPr>
        <p:spPr>
          <a:xfrm>
            <a:off x="10142220" y="4631008"/>
            <a:ext cx="131318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T</a:t>
            </a:r>
            <a:r>
              <a:rPr lang="ko-KR" altLang="en-US" dirty="0"/>
              <a:t>자 파이프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6427A2-AC1F-6624-0F71-98D59F84E16A}"/>
              </a:ext>
            </a:extLst>
          </p:cNvPr>
          <p:cNvSpPr txBox="1"/>
          <p:nvPr/>
        </p:nvSpPr>
        <p:spPr>
          <a:xfrm>
            <a:off x="10034818" y="5763154"/>
            <a:ext cx="142058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십</a:t>
            </a:r>
            <a:r>
              <a:rPr lang="ko-KR" altLang="en-US"/>
              <a:t>자 </a:t>
            </a:r>
            <a:r>
              <a:rPr lang="ko-KR" altLang="en-US" dirty="0"/>
              <a:t>파이프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B383DB-3DF0-6B27-D318-CBBB971CA0CE}"/>
              </a:ext>
            </a:extLst>
          </p:cNvPr>
          <p:cNvSpPr txBox="1"/>
          <p:nvPr/>
        </p:nvSpPr>
        <p:spPr>
          <a:xfrm>
            <a:off x="7489215" y="3262924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회전 가능 파이프</a:t>
            </a:r>
          </a:p>
        </p:txBody>
      </p:sp>
    </p:spTree>
    <p:extLst>
      <p:ext uri="{BB962C8B-B14F-4D97-AF65-F5344CB8AC3E}">
        <p14:creationId xmlns:p14="http://schemas.microsoft.com/office/powerpoint/2010/main" val="1317848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5CF27-528A-94BB-6AF7-D73EBCBC3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</a:t>
            </a:r>
            <a:r>
              <a:rPr lang="en-US" altLang="ko-KR" dirty="0"/>
              <a:t>_01</a:t>
            </a:r>
            <a:endParaRPr lang="ko-KR" altLang="en-US" dirty="0"/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BD8BE5AD-F23A-6B95-3FAF-8232875237EB}"/>
              </a:ext>
            </a:extLst>
          </p:cNvPr>
          <p:cNvGrpSpPr/>
          <p:nvPr/>
        </p:nvGrpSpPr>
        <p:grpSpPr>
          <a:xfrm>
            <a:off x="736600" y="1511300"/>
            <a:ext cx="4337050" cy="4337050"/>
            <a:chOff x="3225800" y="2252665"/>
            <a:chExt cx="4086222" cy="408622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C06C384-C41C-9AA3-2076-A8AAABB68DFF}"/>
                </a:ext>
              </a:extLst>
            </p:cNvPr>
            <p:cNvSpPr/>
            <p:nvPr/>
          </p:nvSpPr>
          <p:spPr>
            <a:xfrm>
              <a:off x="3225800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FEF204D-6F12-2FF9-5197-5D8C43CB3CD4}"/>
                </a:ext>
              </a:extLst>
            </p:cNvPr>
            <p:cNvSpPr/>
            <p:nvPr/>
          </p:nvSpPr>
          <p:spPr>
            <a:xfrm>
              <a:off x="3906837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5485AF9-9D81-D68C-145A-B938941A1E6E}"/>
                </a:ext>
              </a:extLst>
            </p:cNvPr>
            <p:cNvSpPr/>
            <p:nvPr/>
          </p:nvSpPr>
          <p:spPr>
            <a:xfrm>
              <a:off x="4587874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CE08159-BA5F-00D6-2F8A-1E2BD3D132E6}"/>
                </a:ext>
              </a:extLst>
            </p:cNvPr>
            <p:cNvSpPr/>
            <p:nvPr/>
          </p:nvSpPr>
          <p:spPr>
            <a:xfrm>
              <a:off x="5268911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183B76D-E6AE-DB10-24C1-C7FB3C48BB02}"/>
                </a:ext>
              </a:extLst>
            </p:cNvPr>
            <p:cNvSpPr/>
            <p:nvPr/>
          </p:nvSpPr>
          <p:spPr>
            <a:xfrm>
              <a:off x="5949948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98B942A-E23A-077C-9A3B-C804272E3B79}"/>
                </a:ext>
              </a:extLst>
            </p:cNvPr>
            <p:cNvSpPr/>
            <p:nvPr/>
          </p:nvSpPr>
          <p:spPr>
            <a:xfrm>
              <a:off x="6630985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801CFB7-20C6-B8A9-DC91-94E65DE2136C}"/>
                </a:ext>
              </a:extLst>
            </p:cNvPr>
            <p:cNvSpPr/>
            <p:nvPr/>
          </p:nvSpPr>
          <p:spPr>
            <a:xfrm>
              <a:off x="3225800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D2CEF9C-ED30-61E4-7F5F-FE948AAB85B4}"/>
                </a:ext>
              </a:extLst>
            </p:cNvPr>
            <p:cNvSpPr/>
            <p:nvPr/>
          </p:nvSpPr>
          <p:spPr>
            <a:xfrm>
              <a:off x="3906837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E92B384-6796-BEFA-9BB9-02A05298E81D}"/>
                </a:ext>
              </a:extLst>
            </p:cNvPr>
            <p:cNvSpPr/>
            <p:nvPr/>
          </p:nvSpPr>
          <p:spPr>
            <a:xfrm>
              <a:off x="4587874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E8148DF-5774-7002-CF35-60D9EB48B4AD}"/>
                </a:ext>
              </a:extLst>
            </p:cNvPr>
            <p:cNvSpPr/>
            <p:nvPr/>
          </p:nvSpPr>
          <p:spPr>
            <a:xfrm>
              <a:off x="5268911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A35E861-B503-8CB8-0C0E-7A08B21A43C1}"/>
                </a:ext>
              </a:extLst>
            </p:cNvPr>
            <p:cNvSpPr/>
            <p:nvPr/>
          </p:nvSpPr>
          <p:spPr>
            <a:xfrm>
              <a:off x="5949948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EAFBDCF-B534-53C0-48D8-59CD3E777DF5}"/>
                </a:ext>
              </a:extLst>
            </p:cNvPr>
            <p:cNvSpPr/>
            <p:nvPr/>
          </p:nvSpPr>
          <p:spPr>
            <a:xfrm>
              <a:off x="6630985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D4B6E6A-B673-CBCA-E8E3-240DE7E8576F}"/>
                </a:ext>
              </a:extLst>
            </p:cNvPr>
            <p:cNvSpPr/>
            <p:nvPr/>
          </p:nvSpPr>
          <p:spPr>
            <a:xfrm>
              <a:off x="3225800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76CEAEB-44A5-E663-402D-7EAFE52B099D}"/>
                </a:ext>
              </a:extLst>
            </p:cNvPr>
            <p:cNvSpPr/>
            <p:nvPr/>
          </p:nvSpPr>
          <p:spPr>
            <a:xfrm>
              <a:off x="3906837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B538828F-91BA-6752-1E30-5390894DED22}"/>
                </a:ext>
              </a:extLst>
            </p:cNvPr>
            <p:cNvSpPr/>
            <p:nvPr/>
          </p:nvSpPr>
          <p:spPr>
            <a:xfrm>
              <a:off x="4587874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B1CD647-ADD6-7AF1-2BC3-F0D7E359A8B9}"/>
                </a:ext>
              </a:extLst>
            </p:cNvPr>
            <p:cNvSpPr/>
            <p:nvPr/>
          </p:nvSpPr>
          <p:spPr>
            <a:xfrm>
              <a:off x="5268911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7954596-EE50-87C7-0F5F-7389E67F2CA9}"/>
                </a:ext>
              </a:extLst>
            </p:cNvPr>
            <p:cNvSpPr/>
            <p:nvPr/>
          </p:nvSpPr>
          <p:spPr>
            <a:xfrm>
              <a:off x="5949948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D6067459-0106-AB1D-3673-870F8DF09BAD}"/>
                </a:ext>
              </a:extLst>
            </p:cNvPr>
            <p:cNvSpPr/>
            <p:nvPr/>
          </p:nvSpPr>
          <p:spPr>
            <a:xfrm>
              <a:off x="6630985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909703B5-B348-64C2-D1E6-2D81A6F8768B}"/>
                </a:ext>
              </a:extLst>
            </p:cNvPr>
            <p:cNvSpPr/>
            <p:nvPr/>
          </p:nvSpPr>
          <p:spPr>
            <a:xfrm>
              <a:off x="3225800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948191A-00A7-FA66-B831-7897B3918D4F}"/>
                </a:ext>
              </a:extLst>
            </p:cNvPr>
            <p:cNvSpPr/>
            <p:nvPr/>
          </p:nvSpPr>
          <p:spPr>
            <a:xfrm>
              <a:off x="3906837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8B089BA-4630-BC09-C460-1A7C8A5280ED}"/>
                </a:ext>
              </a:extLst>
            </p:cNvPr>
            <p:cNvSpPr/>
            <p:nvPr/>
          </p:nvSpPr>
          <p:spPr>
            <a:xfrm>
              <a:off x="4587874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F688F02-C7A3-B15B-7A16-044EC02D46E0}"/>
                </a:ext>
              </a:extLst>
            </p:cNvPr>
            <p:cNvSpPr/>
            <p:nvPr/>
          </p:nvSpPr>
          <p:spPr>
            <a:xfrm>
              <a:off x="5268911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4484C9BC-AA61-2296-78FC-24178F0443BA}"/>
                </a:ext>
              </a:extLst>
            </p:cNvPr>
            <p:cNvSpPr/>
            <p:nvPr/>
          </p:nvSpPr>
          <p:spPr>
            <a:xfrm>
              <a:off x="5949948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8B2C5CD4-24F8-AD8A-EF76-BDEF5451E1C9}"/>
                </a:ext>
              </a:extLst>
            </p:cNvPr>
            <p:cNvSpPr/>
            <p:nvPr/>
          </p:nvSpPr>
          <p:spPr>
            <a:xfrm>
              <a:off x="6630985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09692F3B-CA04-A24E-D735-CA27A0DEE637}"/>
                </a:ext>
              </a:extLst>
            </p:cNvPr>
            <p:cNvSpPr/>
            <p:nvPr/>
          </p:nvSpPr>
          <p:spPr>
            <a:xfrm>
              <a:off x="3225800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13695A85-CF83-830F-019A-119AE4B3E863}"/>
                </a:ext>
              </a:extLst>
            </p:cNvPr>
            <p:cNvSpPr/>
            <p:nvPr/>
          </p:nvSpPr>
          <p:spPr>
            <a:xfrm>
              <a:off x="3906837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7B5FD46-95AB-3381-EBE6-6ECA16A2BB94}"/>
                </a:ext>
              </a:extLst>
            </p:cNvPr>
            <p:cNvSpPr/>
            <p:nvPr/>
          </p:nvSpPr>
          <p:spPr>
            <a:xfrm>
              <a:off x="4587874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08CF1AFC-FFF0-3739-9712-17B8FBD5641E}"/>
                </a:ext>
              </a:extLst>
            </p:cNvPr>
            <p:cNvSpPr/>
            <p:nvPr/>
          </p:nvSpPr>
          <p:spPr>
            <a:xfrm>
              <a:off x="5268911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7723A7E2-A440-CE6E-0535-C9D936FF6163}"/>
                </a:ext>
              </a:extLst>
            </p:cNvPr>
            <p:cNvSpPr/>
            <p:nvPr/>
          </p:nvSpPr>
          <p:spPr>
            <a:xfrm>
              <a:off x="5949948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A108AF6D-3DF8-CC81-17B6-B335548F2912}"/>
                </a:ext>
              </a:extLst>
            </p:cNvPr>
            <p:cNvSpPr/>
            <p:nvPr/>
          </p:nvSpPr>
          <p:spPr>
            <a:xfrm>
              <a:off x="6630985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A95AA84A-B3E1-FC4F-5030-4CB19F266676}"/>
                </a:ext>
              </a:extLst>
            </p:cNvPr>
            <p:cNvSpPr/>
            <p:nvPr/>
          </p:nvSpPr>
          <p:spPr>
            <a:xfrm>
              <a:off x="3225800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7247B845-7AD4-D20C-82FD-C9949ABEF2A3}"/>
                </a:ext>
              </a:extLst>
            </p:cNvPr>
            <p:cNvSpPr/>
            <p:nvPr/>
          </p:nvSpPr>
          <p:spPr>
            <a:xfrm>
              <a:off x="3906837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8AA38D67-EF42-A723-8FED-846AA66EB635}"/>
                </a:ext>
              </a:extLst>
            </p:cNvPr>
            <p:cNvSpPr/>
            <p:nvPr/>
          </p:nvSpPr>
          <p:spPr>
            <a:xfrm>
              <a:off x="4587874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46D96FFF-12A2-0FDE-9B14-114AC9DFE48F}"/>
                </a:ext>
              </a:extLst>
            </p:cNvPr>
            <p:cNvSpPr/>
            <p:nvPr/>
          </p:nvSpPr>
          <p:spPr>
            <a:xfrm>
              <a:off x="5268911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C7F4A569-D50E-9548-EAFB-07925023AA4F}"/>
                </a:ext>
              </a:extLst>
            </p:cNvPr>
            <p:cNvSpPr/>
            <p:nvPr/>
          </p:nvSpPr>
          <p:spPr>
            <a:xfrm>
              <a:off x="5949948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CD03256-2A3C-AEDE-3629-BB82F4DA6863}"/>
                </a:ext>
              </a:extLst>
            </p:cNvPr>
            <p:cNvSpPr/>
            <p:nvPr/>
          </p:nvSpPr>
          <p:spPr>
            <a:xfrm>
              <a:off x="6630985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9" name="타원 68">
            <a:extLst>
              <a:ext uri="{FF2B5EF4-FFF2-40B4-BE49-F238E27FC236}">
                <a16:creationId xmlns:a16="http://schemas.microsoft.com/office/drawing/2014/main" id="{B8C51443-2484-C6CA-73D1-3E65A9CC7DFF}"/>
              </a:ext>
            </a:extLst>
          </p:cNvPr>
          <p:cNvSpPr/>
          <p:nvPr/>
        </p:nvSpPr>
        <p:spPr>
          <a:xfrm>
            <a:off x="896074" y="5284982"/>
            <a:ext cx="403894" cy="40389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C9B8783C-B814-A6DC-A88E-E454309B0925}"/>
              </a:ext>
            </a:extLst>
          </p:cNvPr>
          <p:cNvSpPr/>
          <p:nvPr/>
        </p:nvSpPr>
        <p:spPr>
          <a:xfrm>
            <a:off x="4510282" y="1668769"/>
            <a:ext cx="403894" cy="40389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화살표: 오른쪽 70">
            <a:extLst>
              <a:ext uri="{FF2B5EF4-FFF2-40B4-BE49-F238E27FC236}">
                <a16:creationId xmlns:a16="http://schemas.microsoft.com/office/drawing/2014/main" id="{D44A0E3F-B871-6172-2927-763B6FD1D957}"/>
              </a:ext>
            </a:extLst>
          </p:cNvPr>
          <p:cNvSpPr/>
          <p:nvPr/>
        </p:nvSpPr>
        <p:spPr>
          <a:xfrm>
            <a:off x="1573638" y="5292995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화살표: 위로 굽음 73">
            <a:extLst>
              <a:ext uri="{FF2B5EF4-FFF2-40B4-BE49-F238E27FC236}">
                <a16:creationId xmlns:a16="http://schemas.microsoft.com/office/drawing/2014/main" id="{B360FCAC-7C03-C345-7A7B-F831F6FE9E2E}"/>
              </a:ext>
            </a:extLst>
          </p:cNvPr>
          <p:cNvSpPr/>
          <p:nvPr/>
        </p:nvSpPr>
        <p:spPr>
          <a:xfrm rot="5400000">
            <a:off x="2299466" y="5207718"/>
            <a:ext cx="552450" cy="558422"/>
          </a:xfrm>
          <a:prstGeom prst="bent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화살표: 오른쪽 74">
            <a:extLst>
              <a:ext uri="{FF2B5EF4-FFF2-40B4-BE49-F238E27FC236}">
                <a16:creationId xmlns:a16="http://schemas.microsoft.com/office/drawing/2014/main" id="{26C4F166-CDA4-A6CF-EB91-D98D383A39A1}"/>
              </a:ext>
            </a:extLst>
          </p:cNvPr>
          <p:cNvSpPr/>
          <p:nvPr/>
        </p:nvSpPr>
        <p:spPr>
          <a:xfrm rot="16200000">
            <a:off x="2311236" y="4563349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화살표: 오른쪽 75">
            <a:extLst>
              <a:ext uri="{FF2B5EF4-FFF2-40B4-BE49-F238E27FC236}">
                <a16:creationId xmlns:a16="http://schemas.microsoft.com/office/drawing/2014/main" id="{7945C7AE-A528-610A-1C1D-2AB21F8FEA1F}"/>
              </a:ext>
            </a:extLst>
          </p:cNvPr>
          <p:cNvSpPr/>
          <p:nvPr/>
        </p:nvSpPr>
        <p:spPr>
          <a:xfrm rot="16200000">
            <a:off x="2279250" y="3827278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1B911549-4497-D71C-EBC8-390644E1B62C}"/>
              </a:ext>
            </a:extLst>
          </p:cNvPr>
          <p:cNvSpPr/>
          <p:nvPr/>
        </p:nvSpPr>
        <p:spPr>
          <a:xfrm rot="10800000">
            <a:off x="2279250" y="3091208"/>
            <a:ext cx="528909" cy="427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8" name="화살표: 위로 굽음 77">
            <a:extLst>
              <a:ext uri="{FF2B5EF4-FFF2-40B4-BE49-F238E27FC236}">
                <a16:creationId xmlns:a16="http://schemas.microsoft.com/office/drawing/2014/main" id="{3CFA8B63-9178-100B-70F6-5313CCFE8A30}"/>
              </a:ext>
            </a:extLst>
          </p:cNvPr>
          <p:cNvSpPr/>
          <p:nvPr/>
        </p:nvSpPr>
        <p:spPr>
          <a:xfrm rot="16200000" flipV="1">
            <a:off x="2322276" y="2315026"/>
            <a:ext cx="552450" cy="537530"/>
          </a:xfrm>
          <a:prstGeom prst="bentUp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화살표: 오른쪽 78">
            <a:extLst>
              <a:ext uri="{FF2B5EF4-FFF2-40B4-BE49-F238E27FC236}">
                <a16:creationId xmlns:a16="http://schemas.microsoft.com/office/drawing/2014/main" id="{737CF1D4-95AA-0E7F-5D7D-615A8CD7C093}"/>
              </a:ext>
            </a:extLst>
          </p:cNvPr>
          <p:cNvSpPr/>
          <p:nvPr/>
        </p:nvSpPr>
        <p:spPr>
          <a:xfrm>
            <a:off x="3002091" y="2369822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화살표: 오른쪽 79">
            <a:extLst>
              <a:ext uri="{FF2B5EF4-FFF2-40B4-BE49-F238E27FC236}">
                <a16:creationId xmlns:a16="http://schemas.microsoft.com/office/drawing/2014/main" id="{41F89342-2EBB-89A7-676D-C762DFEFDB7E}"/>
              </a:ext>
            </a:extLst>
          </p:cNvPr>
          <p:cNvSpPr/>
          <p:nvPr/>
        </p:nvSpPr>
        <p:spPr>
          <a:xfrm rot="16200000">
            <a:off x="3724933" y="2369822"/>
            <a:ext cx="528909" cy="427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화살표: 위로 굽음 80">
            <a:extLst>
              <a:ext uri="{FF2B5EF4-FFF2-40B4-BE49-F238E27FC236}">
                <a16:creationId xmlns:a16="http://schemas.microsoft.com/office/drawing/2014/main" id="{564F63F5-1CE8-C274-999D-2CB09C8A7C94}"/>
              </a:ext>
            </a:extLst>
          </p:cNvPr>
          <p:cNvSpPr/>
          <p:nvPr/>
        </p:nvSpPr>
        <p:spPr>
          <a:xfrm>
            <a:off x="4436004" y="2300491"/>
            <a:ext cx="552450" cy="558422"/>
          </a:xfrm>
          <a:prstGeom prst="bentUp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E5DAEEF5-A8C0-3C44-E775-13006F2BF068}"/>
              </a:ext>
            </a:extLst>
          </p:cNvPr>
          <p:cNvGrpSpPr/>
          <p:nvPr/>
        </p:nvGrpSpPr>
        <p:grpSpPr>
          <a:xfrm>
            <a:off x="6557192" y="1511300"/>
            <a:ext cx="4337050" cy="4337050"/>
            <a:chOff x="3225800" y="2252665"/>
            <a:chExt cx="4086222" cy="4086222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4CD1DCD0-B066-C081-51C3-E2D85218988F}"/>
                </a:ext>
              </a:extLst>
            </p:cNvPr>
            <p:cNvSpPr/>
            <p:nvPr/>
          </p:nvSpPr>
          <p:spPr>
            <a:xfrm>
              <a:off x="3225800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81B7E64F-359B-FEA6-A1C0-995606BE10B1}"/>
                </a:ext>
              </a:extLst>
            </p:cNvPr>
            <p:cNvSpPr/>
            <p:nvPr/>
          </p:nvSpPr>
          <p:spPr>
            <a:xfrm>
              <a:off x="3906837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1724481E-0F29-C31C-E9D0-FFA7EF8FEF2F}"/>
                </a:ext>
              </a:extLst>
            </p:cNvPr>
            <p:cNvSpPr/>
            <p:nvPr/>
          </p:nvSpPr>
          <p:spPr>
            <a:xfrm>
              <a:off x="4587874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9C3A7E34-99BC-006C-EB2A-EDB46E2524A8}"/>
                </a:ext>
              </a:extLst>
            </p:cNvPr>
            <p:cNvSpPr/>
            <p:nvPr/>
          </p:nvSpPr>
          <p:spPr>
            <a:xfrm>
              <a:off x="5268911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15C7BB15-EF12-6D00-A37F-E894DB678435}"/>
                </a:ext>
              </a:extLst>
            </p:cNvPr>
            <p:cNvSpPr/>
            <p:nvPr/>
          </p:nvSpPr>
          <p:spPr>
            <a:xfrm>
              <a:off x="5949948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94A733AB-4E9B-E71B-172F-B57646385814}"/>
                </a:ext>
              </a:extLst>
            </p:cNvPr>
            <p:cNvSpPr/>
            <p:nvPr/>
          </p:nvSpPr>
          <p:spPr>
            <a:xfrm>
              <a:off x="6630985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73BF138-8386-16C9-9648-426A1EC70BD6}"/>
                </a:ext>
              </a:extLst>
            </p:cNvPr>
            <p:cNvSpPr/>
            <p:nvPr/>
          </p:nvSpPr>
          <p:spPr>
            <a:xfrm>
              <a:off x="3225800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DBFB62FC-7092-0532-4E03-DC9E1BD2D47D}"/>
                </a:ext>
              </a:extLst>
            </p:cNvPr>
            <p:cNvSpPr/>
            <p:nvPr/>
          </p:nvSpPr>
          <p:spPr>
            <a:xfrm>
              <a:off x="3906837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62B717B-F709-BDE8-35E0-AD1F3E4CBCBE}"/>
                </a:ext>
              </a:extLst>
            </p:cNvPr>
            <p:cNvSpPr/>
            <p:nvPr/>
          </p:nvSpPr>
          <p:spPr>
            <a:xfrm>
              <a:off x="4587874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5E139A00-BE3B-C546-78B7-901B547F542C}"/>
                </a:ext>
              </a:extLst>
            </p:cNvPr>
            <p:cNvSpPr/>
            <p:nvPr/>
          </p:nvSpPr>
          <p:spPr>
            <a:xfrm>
              <a:off x="5268911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B971D26-1A70-F78E-4DAB-4739E9EDF7EA}"/>
                </a:ext>
              </a:extLst>
            </p:cNvPr>
            <p:cNvSpPr/>
            <p:nvPr/>
          </p:nvSpPr>
          <p:spPr>
            <a:xfrm>
              <a:off x="5949948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026DBA06-2747-4867-8C55-14F0772B4F8F}"/>
                </a:ext>
              </a:extLst>
            </p:cNvPr>
            <p:cNvSpPr/>
            <p:nvPr/>
          </p:nvSpPr>
          <p:spPr>
            <a:xfrm>
              <a:off x="6630985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9722712A-E446-3CF0-71F6-086E83823D93}"/>
                </a:ext>
              </a:extLst>
            </p:cNvPr>
            <p:cNvSpPr/>
            <p:nvPr/>
          </p:nvSpPr>
          <p:spPr>
            <a:xfrm>
              <a:off x="3225800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5EDE7E34-1FEA-7528-E928-3DAE79BEA5BF}"/>
                </a:ext>
              </a:extLst>
            </p:cNvPr>
            <p:cNvSpPr/>
            <p:nvPr/>
          </p:nvSpPr>
          <p:spPr>
            <a:xfrm>
              <a:off x="3906837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0E514335-4B1A-04E0-1B2F-D7CF63D92F74}"/>
                </a:ext>
              </a:extLst>
            </p:cNvPr>
            <p:cNvSpPr/>
            <p:nvPr/>
          </p:nvSpPr>
          <p:spPr>
            <a:xfrm>
              <a:off x="4587874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C2DFE24A-1414-5F46-6B9B-13CF4499F683}"/>
                </a:ext>
              </a:extLst>
            </p:cNvPr>
            <p:cNvSpPr/>
            <p:nvPr/>
          </p:nvSpPr>
          <p:spPr>
            <a:xfrm>
              <a:off x="5268911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AAF43B5E-8ECB-504F-A8C7-F82154589AC7}"/>
                </a:ext>
              </a:extLst>
            </p:cNvPr>
            <p:cNvSpPr/>
            <p:nvPr/>
          </p:nvSpPr>
          <p:spPr>
            <a:xfrm>
              <a:off x="5949948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EC8DC40A-A5E1-AC13-22B7-3F6101775610}"/>
                </a:ext>
              </a:extLst>
            </p:cNvPr>
            <p:cNvSpPr/>
            <p:nvPr/>
          </p:nvSpPr>
          <p:spPr>
            <a:xfrm>
              <a:off x="6630985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A25C1DE8-E4F2-6607-09DC-9E9177BC2C87}"/>
                </a:ext>
              </a:extLst>
            </p:cNvPr>
            <p:cNvSpPr/>
            <p:nvPr/>
          </p:nvSpPr>
          <p:spPr>
            <a:xfrm>
              <a:off x="3225800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E124884A-27B2-1A96-B63A-DACC00353CA2}"/>
                </a:ext>
              </a:extLst>
            </p:cNvPr>
            <p:cNvSpPr/>
            <p:nvPr/>
          </p:nvSpPr>
          <p:spPr>
            <a:xfrm>
              <a:off x="3906837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1118952F-4CEE-A608-2CD6-7CEA32B87DD4}"/>
                </a:ext>
              </a:extLst>
            </p:cNvPr>
            <p:cNvSpPr/>
            <p:nvPr/>
          </p:nvSpPr>
          <p:spPr>
            <a:xfrm>
              <a:off x="4587874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99B6A5D3-4DE8-7EBE-372E-51CA011383F2}"/>
                </a:ext>
              </a:extLst>
            </p:cNvPr>
            <p:cNvSpPr/>
            <p:nvPr/>
          </p:nvSpPr>
          <p:spPr>
            <a:xfrm>
              <a:off x="5268911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862709C2-733D-ED77-0B66-6B37D49EB90A}"/>
                </a:ext>
              </a:extLst>
            </p:cNvPr>
            <p:cNvSpPr/>
            <p:nvPr/>
          </p:nvSpPr>
          <p:spPr>
            <a:xfrm>
              <a:off x="5949948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91E8882B-CF61-588B-5D33-7E59152E0B7F}"/>
                </a:ext>
              </a:extLst>
            </p:cNvPr>
            <p:cNvSpPr/>
            <p:nvPr/>
          </p:nvSpPr>
          <p:spPr>
            <a:xfrm>
              <a:off x="6630985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A2C8B31D-41DB-420C-4A16-4BDE387CFC80}"/>
                </a:ext>
              </a:extLst>
            </p:cNvPr>
            <p:cNvSpPr/>
            <p:nvPr/>
          </p:nvSpPr>
          <p:spPr>
            <a:xfrm>
              <a:off x="3225800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65435303-A727-6419-3F69-4E7D387BE6E1}"/>
                </a:ext>
              </a:extLst>
            </p:cNvPr>
            <p:cNvSpPr/>
            <p:nvPr/>
          </p:nvSpPr>
          <p:spPr>
            <a:xfrm>
              <a:off x="3906837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0A2B2DB2-A17C-FD1D-51D6-4ABD95F86023}"/>
                </a:ext>
              </a:extLst>
            </p:cNvPr>
            <p:cNvSpPr/>
            <p:nvPr/>
          </p:nvSpPr>
          <p:spPr>
            <a:xfrm>
              <a:off x="4587874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AC641A00-0DFE-E658-C33D-A1580BAA4507}"/>
                </a:ext>
              </a:extLst>
            </p:cNvPr>
            <p:cNvSpPr/>
            <p:nvPr/>
          </p:nvSpPr>
          <p:spPr>
            <a:xfrm>
              <a:off x="5268911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7CEB626E-91F2-F8BF-9436-9A125E0C7AC3}"/>
                </a:ext>
              </a:extLst>
            </p:cNvPr>
            <p:cNvSpPr/>
            <p:nvPr/>
          </p:nvSpPr>
          <p:spPr>
            <a:xfrm>
              <a:off x="5949948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5C633528-7506-D232-CD45-0904AF7BE71A}"/>
                </a:ext>
              </a:extLst>
            </p:cNvPr>
            <p:cNvSpPr/>
            <p:nvPr/>
          </p:nvSpPr>
          <p:spPr>
            <a:xfrm>
              <a:off x="6630985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BDDAE3B0-D2B7-DD3E-FEDB-84DF63AA05CF}"/>
                </a:ext>
              </a:extLst>
            </p:cNvPr>
            <p:cNvSpPr/>
            <p:nvPr/>
          </p:nvSpPr>
          <p:spPr>
            <a:xfrm>
              <a:off x="3225800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CEFB5C7D-4B05-C232-058D-2CA0614F59E2}"/>
                </a:ext>
              </a:extLst>
            </p:cNvPr>
            <p:cNvSpPr/>
            <p:nvPr/>
          </p:nvSpPr>
          <p:spPr>
            <a:xfrm>
              <a:off x="3906837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18887DBC-12B7-94F1-7827-A6F1CDCFF893}"/>
                </a:ext>
              </a:extLst>
            </p:cNvPr>
            <p:cNvSpPr/>
            <p:nvPr/>
          </p:nvSpPr>
          <p:spPr>
            <a:xfrm>
              <a:off x="4587874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DC585045-365D-EF1A-55A2-AC26C075F55C}"/>
                </a:ext>
              </a:extLst>
            </p:cNvPr>
            <p:cNvSpPr/>
            <p:nvPr/>
          </p:nvSpPr>
          <p:spPr>
            <a:xfrm>
              <a:off x="5268911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F83476C7-37E7-8147-9FEE-648081B05318}"/>
                </a:ext>
              </a:extLst>
            </p:cNvPr>
            <p:cNvSpPr/>
            <p:nvPr/>
          </p:nvSpPr>
          <p:spPr>
            <a:xfrm>
              <a:off x="5949948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AB00AB0C-052A-249C-1569-6A4D12958252}"/>
                </a:ext>
              </a:extLst>
            </p:cNvPr>
            <p:cNvSpPr/>
            <p:nvPr/>
          </p:nvSpPr>
          <p:spPr>
            <a:xfrm>
              <a:off x="6630985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9" name="타원 118">
            <a:extLst>
              <a:ext uri="{FF2B5EF4-FFF2-40B4-BE49-F238E27FC236}">
                <a16:creationId xmlns:a16="http://schemas.microsoft.com/office/drawing/2014/main" id="{D8F8E2F2-CA96-0995-174F-D34428F8B428}"/>
              </a:ext>
            </a:extLst>
          </p:cNvPr>
          <p:cNvSpPr/>
          <p:nvPr/>
        </p:nvSpPr>
        <p:spPr>
          <a:xfrm>
            <a:off x="6716666" y="5284982"/>
            <a:ext cx="403894" cy="40389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723D57DC-3C29-B94B-7249-2FAF8F0ED8CA}"/>
              </a:ext>
            </a:extLst>
          </p:cNvPr>
          <p:cNvSpPr/>
          <p:nvPr/>
        </p:nvSpPr>
        <p:spPr>
          <a:xfrm>
            <a:off x="10330874" y="1668769"/>
            <a:ext cx="403894" cy="40389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1" name="화살표: 오른쪽 120">
            <a:extLst>
              <a:ext uri="{FF2B5EF4-FFF2-40B4-BE49-F238E27FC236}">
                <a16:creationId xmlns:a16="http://schemas.microsoft.com/office/drawing/2014/main" id="{16207F28-831F-E36E-06A0-D9E2679E6220}"/>
              </a:ext>
            </a:extLst>
          </p:cNvPr>
          <p:cNvSpPr/>
          <p:nvPr/>
        </p:nvSpPr>
        <p:spPr>
          <a:xfrm>
            <a:off x="7394230" y="5292995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화살표: 위로 굽음 121">
            <a:extLst>
              <a:ext uri="{FF2B5EF4-FFF2-40B4-BE49-F238E27FC236}">
                <a16:creationId xmlns:a16="http://schemas.microsoft.com/office/drawing/2014/main" id="{AE06B50F-462F-7F6D-4A41-B70EDCABA95F}"/>
              </a:ext>
            </a:extLst>
          </p:cNvPr>
          <p:cNvSpPr/>
          <p:nvPr/>
        </p:nvSpPr>
        <p:spPr>
          <a:xfrm>
            <a:off x="8120058" y="5207718"/>
            <a:ext cx="552450" cy="558422"/>
          </a:xfrm>
          <a:prstGeom prst="bent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화살표: 오른쪽 122">
            <a:extLst>
              <a:ext uri="{FF2B5EF4-FFF2-40B4-BE49-F238E27FC236}">
                <a16:creationId xmlns:a16="http://schemas.microsoft.com/office/drawing/2014/main" id="{0E48FC48-D315-2B86-419A-A9E7C094C4B8}"/>
              </a:ext>
            </a:extLst>
          </p:cNvPr>
          <p:cNvSpPr/>
          <p:nvPr/>
        </p:nvSpPr>
        <p:spPr>
          <a:xfrm rot="16200000">
            <a:off x="8131828" y="4563349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4" name="화살표: 오른쪽 123">
            <a:extLst>
              <a:ext uri="{FF2B5EF4-FFF2-40B4-BE49-F238E27FC236}">
                <a16:creationId xmlns:a16="http://schemas.microsoft.com/office/drawing/2014/main" id="{4E867F1D-2C9A-2C28-9F85-F78ABAE4E829}"/>
              </a:ext>
            </a:extLst>
          </p:cNvPr>
          <p:cNvSpPr/>
          <p:nvPr/>
        </p:nvSpPr>
        <p:spPr>
          <a:xfrm rot="16200000">
            <a:off x="8099842" y="3827278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5" name="화살표: 오른쪽 124">
            <a:extLst>
              <a:ext uri="{FF2B5EF4-FFF2-40B4-BE49-F238E27FC236}">
                <a16:creationId xmlns:a16="http://schemas.microsoft.com/office/drawing/2014/main" id="{B83528B0-0CBF-1149-F3EA-89AA05EA7752}"/>
              </a:ext>
            </a:extLst>
          </p:cNvPr>
          <p:cNvSpPr/>
          <p:nvPr/>
        </p:nvSpPr>
        <p:spPr>
          <a:xfrm rot="16200000">
            <a:off x="8099842" y="3091208"/>
            <a:ext cx="528909" cy="427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6" name="화살표: 위로 굽음 125">
            <a:extLst>
              <a:ext uri="{FF2B5EF4-FFF2-40B4-BE49-F238E27FC236}">
                <a16:creationId xmlns:a16="http://schemas.microsoft.com/office/drawing/2014/main" id="{4DBE8160-572C-044A-E7B5-8F1DBF0ACFA1}"/>
              </a:ext>
            </a:extLst>
          </p:cNvPr>
          <p:cNvSpPr/>
          <p:nvPr/>
        </p:nvSpPr>
        <p:spPr>
          <a:xfrm rot="16200000" flipV="1">
            <a:off x="8142868" y="2315026"/>
            <a:ext cx="552450" cy="537530"/>
          </a:xfrm>
          <a:prstGeom prst="bentUp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화살표: 오른쪽 126">
            <a:extLst>
              <a:ext uri="{FF2B5EF4-FFF2-40B4-BE49-F238E27FC236}">
                <a16:creationId xmlns:a16="http://schemas.microsoft.com/office/drawing/2014/main" id="{9529B8E5-9319-951F-9F26-E186C5295FA3}"/>
              </a:ext>
            </a:extLst>
          </p:cNvPr>
          <p:cNvSpPr/>
          <p:nvPr/>
        </p:nvSpPr>
        <p:spPr>
          <a:xfrm>
            <a:off x="8822683" y="2369822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화살표: 오른쪽 127">
            <a:extLst>
              <a:ext uri="{FF2B5EF4-FFF2-40B4-BE49-F238E27FC236}">
                <a16:creationId xmlns:a16="http://schemas.microsoft.com/office/drawing/2014/main" id="{D91E80DD-7521-23D1-544A-36B5A39E0989}"/>
              </a:ext>
            </a:extLst>
          </p:cNvPr>
          <p:cNvSpPr/>
          <p:nvPr/>
        </p:nvSpPr>
        <p:spPr>
          <a:xfrm>
            <a:off x="9545525" y="2369822"/>
            <a:ext cx="528909" cy="427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화살표: 위로 굽음 128">
            <a:extLst>
              <a:ext uri="{FF2B5EF4-FFF2-40B4-BE49-F238E27FC236}">
                <a16:creationId xmlns:a16="http://schemas.microsoft.com/office/drawing/2014/main" id="{A0DEC9C9-730F-CEB5-A770-E7624CFA3923}"/>
              </a:ext>
            </a:extLst>
          </p:cNvPr>
          <p:cNvSpPr/>
          <p:nvPr/>
        </p:nvSpPr>
        <p:spPr>
          <a:xfrm>
            <a:off x="10256596" y="2300491"/>
            <a:ext cx="552450" cy="558422"/>
          </a:xfrm>
          <a:prstGeom prst="bentUp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A77AB9C-78F3-A5F3-EFE3-C103A4F4E98C}"/>
              </a:ext>
            </a:extLst>
          </p:cNvPr>
          <p:cNvSpPr txBox="1"/>
          <p:nvPr/>
        </p:nvSpPr>
        <p:spPr>
          <a:xfrm>
            <a:off x="2598501" y="1031510"/>
            <a:ext cx="60785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문제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F9FF801-4E4C-045C-5F56-A2A26D21FD78}"/>
              </a:ext>
            </a:extLst>
          </p:cNvPr>
          <p:cNvSpPr txBox="1"/>
          <p:nvPr/>
        </p:nvSpPr>
        <p:spPr>
          <a:xfrm>
            <a:off x="8419093" y="1030316"/>
            <a:ext cx="60785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정답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2" name="화살표: 오른쪽 131">
            <a:extLst>
              <a:ext uri="{FF2B5EF4-FFF2-40B4-BE49-F238E27FC236}">
                <a16:creationId xmlns:a16="http://schemas.microsoft.com/office/drawing/2014/main" id="{B80437D1-38FD-4804-0223-DFE0DF3D5909}"/>
              </a:ext>
            </a:extLst>
          </p:cNvPr>
          <p:cNvSpPr/>
          <p:nvPr/>
        </p:nvSpPr>
        <p:spPr>
          <a:xfrm>
            <a:off x="5486400" y="3305175"/>
            <a:ext cx="723900" cy="7747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939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9C357-816D-2F04-FEBB-8F952BE79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D6C653-79D4-F3A5-7608-637C33E44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</a:t>
            </a:r>
            <a:r>
              <a:rPr lang="en-US" altLang="ko-KR" dirty="0"/>
              <a:t>_02</a:t>
            </a:r>
            <a:endParaRPr lang="ko-KR" altLang="en-US" dirty="0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5A6888DB-C872-0E2B-B222-B60F1329064C}"/>
              </a:ext>
            </a:extLst>
          </p:cNvPr>
          <p:cNvGrpSpPr/>
          <p:nvPr/>
        </p:nvGrpSpPr>
        <p:grpSpPr>
          <a:xfrm>
            <a:off x="6557192" y="1511300"/>
            <a:ext cx="4337050" cy="4337050"/>
            <a:chOff x="3225800" y="2252665"/>
            <a:chExt cx="4086222" cy="4086222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C4CF01F1-CE67-11ED-AC04-B979C899BF11}"/>
                </a:ext>
              </a:extLst>
            </p:cNvPr>
            <p:cNvSpPr/>
            <p:nvPr/>
          </p:nvSpPr>
          <p:spPr>
            <a:xfrm>
              <a:off x="3225800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5594381C-A1F0-CC27-808C-08446BC740CC}"/>
                </a:ext>
              </a:extLst>
            </p:cNvPr>
            <p:cNvSpPr/>
            <p:nvPr/>
          </p:nvSpPr>
          <p:spPr>
            <a:xfrm>
              <a:off x="3906837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155FB335-4255-4688-AD74-694E3A113D8E}"/>
                </a:ext>
              </a:extLst>
            </p:cNvPr>
            <p:cNvSpPr/>
            <p:nvPr/>
          </p:nvSpPr>
          <p:spPr>
            <a:xfrm>
              <a:off x="4587874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D1BF21FE-F022-41BC-F6C9-7CEC945F1DC6}"/>
                </a:ext>
              </a:extLst>
            </p:cNvPr>
            <p:cNvSpPr/>
            <p:nvPr/>
          </p:nvSpPr>
          <p:spPr>
            <a:xfrm>
              <a:off x="5268911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D493BF75-359B-CD80-7D97-801DA4174629}"/>
                </a:ext>
              </a:extLst>
            </p:cNvPr>
            <p:cNvSpPr/>
            <p:nvPr/>
          </p:nvSpPr>
          <p:spPr>
            <a:xfrm>
              <a:off x="5949948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82A228F-55AE-133D-D5C7-9EB311A1D750}"/>
                </a:ext>
              </a:extLst>
            </p:cNvPr>
            <p:cNvSpPr/>
            <p:nvPr/>
          </p:nvSpPr>
          <p:spPr>
            <a:xfrm>
              <a:off x="6630985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C6B45F38-928D-67C5-5536-77A78EF6486E}"/>
                </a:ext>
              </a:extLst>
            </p:cNvPr>
            <p:cNvSpPr/>
            <p:nvPr/>
          </p:nvSpPr>
          <p:spPr>
            <a:xfrm>
              <a:off x="3225800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583663D2-277E-21C4-306C-63275A09E333}"/>
                </a:ext>
              </a:extLst>
            </p:cNvPr>
            <p:cNvSpPr/>
            <p:nvPr/>
          </p:nvSpPr>
          <p:spPr>
            <a:xfrm>
              <a:off x="3906837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775CF287-9C5A-E265-23DF-CE977E17355A}"/>
                </a:ext>
              </a:extLst>
            </p:cNvPr>
            <p:cNvSpPr/>
            <p:nvPr/>
          </p:nvSpPr>
          <p:spPr>
            <a:xfrm>
              <a:off x="4587874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20E93F96-40FC-04BF-29D2-24B97D5F7838}"/>
                </a:ext>
              </a:extLst>
            </p:cNvPr>
            <p:cNvSpPr/>
            <p:nvPr/>
          </p:nvSpPr>
          <p:spPr>
            <a:xfrm>
              <a:off x="5268911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B866C3FD-1BF1-9332-0EA9-024AAD5DB296}"/>
                </a:ext>
              </a:extLst>
            </p:cNvPr>
            <p:cNvSpPr/>
            <p:nvPr/>
          </p:nvSpPr>
          <p:spPr>
            <a:xfrm>
              <a:off x="5949948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3246F850-7820-8D06-D2ED-7EDF000D6ED5}"/>
                </a:ext>
              </a:extLst>
            </p:cNvPr>
            <p:cNvSpPr/>
            <p:nvPr/>
          </p:nvSpPr>
          <p:spPr>
            <a:xfrm>
              <a:off x="6630985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CA5B2E07-A0AD-4616-C95A-FB85F9CEFA46}"/>
                </a:ext>
              </a:extLst>
            </p:cNvPr>
            <p:cNvSpPr/>
            <p:nvPr/>
          </p:nvSpPr>
          <p:spPr>
            <a:xfrm>
              <a:off x="3225800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B7CCEA63-87E8-CEBA-3F1D-30F5C006D144}"/>
                </a:ext>
              </a:extLst>
            </p:cNvPr>
            <p:cNvSpPr/>
            <p:nvPr/>
          </p:nvSpPr>
          <p:spPr>
            <a:xfrm>
              <a:off x="3906837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D2815058-A096-A7AE-9003-A23125E3658A}"/>
                </a:ext>
              </a:extLst>
            </p:cNvPr>
            <p:cNvSpPr/>
            <p:nvPr/>
          </p:nvSpPr>
          <p:spPr>
            <a:xfrm>
              <a:off x="4587874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EF1D4963-9246-950C-7BF6-861B6623BBDE}"/>
                </a:ext>
              </a:extLst>
            </p:cNvPr>
            <p:cNvSpPr/>
            <p:nvPr/>
          </p:nvSpPr>
          <p:spPr>
            <a:xfrm>
              <a:off x="5268911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2DCA429C-38CC-0118-136C-66845796194D}"/>
                </a:ext>
              </a:extLst>
            </p:cNvPr>
            <p:cNvSpPr/>
            <p:nvPr/>
          </p:nvSpPr>
          <p:spPr>
            <a:xfrm>
              <a:off x="5949948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52474B05-0964-E3F9-E76D-5B26F5A4B351}"/>
                </a:ext>
              </a:extLst>
            </p:cNvPr>
            <p:cNvSpPr/>
            <p:nvPr/>
          </p:nvSpPr>
          <p:spPr>
            <a:xfrm>
              <a:off x="6630985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DD7C2E6B-3957-56E6-03D5-86A281946F6A}"/>
                </a:ext>
              </a:extLst>
            </p:cNvPr>
            <p:cNvSpPr/>
            <p:nvPr/>
          </p:nvSpPr>
          <p:spPr>
            <a:xfrm>
              <a:off x="3225800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27E2B9DA-3360-0F18-76E9-65739C604B9B}"/>
                </a:ext>
              </a:extLst>
            </p:cNvPr>
            <p:cNvSpPr/>
            <p:nvPr/>
          </p:nvSpPr>
          <p:spPr>
            <a:xfrm>
              <a:off x="3906837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3DAAD1F7-41C2-A53D-5EF0-BF880597FBA2}"/>
                </a:ext>
              </a:extLst>
            </p:cNvPr>
            <p:cNvSpPr/>
            <p:nvPr/>
          </p:nvSpPr>
          <p:spPr>
            <a:xfrm>
              <a:off x="4587874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7639FF3F-4ED6-FCE2-ED69-0051F30D4BFE}"/>
                </a:ext>
              </a:extLst>
            </p:cNvPr>
            <p:cNvSpPr/>
            <p:nvPr/>
          </p:nvSpPr>
          <p:spPr>
            <a:xfrm>
              <a:off x="5268911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01021E88-010F-0129-D71C-66FE299310CC}"/>
                </a:ext>
              </a:extLst>
            </p:cNvPr>
            <p:cNvSpPr/>
            <p:nvPr/>
          </p:nvSpPr>
          <p:spPr>
            <a:xfrm>
              <a:off x="5949948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94C60978-B0D0-F727-E62C-D85F6426762C}"/>
                </a:ext>
              </a:extLst>
            </p:cNvPr>
            <p:cNvSpPr/>
            <p:nvPr/>
          </p:nvSpPr>
          <p:spPr>
            <a:xfrm>
              <a:off x="6630985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65264ECC-64F7-1E6A-2635-A2049A9B0C40}"/>
                </a:ext>
              </a:extLst>
            </p:cNvPr>
            <p:cNvSpPr/>
            <p:nvPr/>
          </p:nvSpPr>
          <p:spPr>
            <a:xfrm>
              <a:off x="3225800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2A6759BB-AE51-E5B7-C567-B75E5FFC9891}"/>
                </a:ext>
              </a:extLst>
            </p:cNvPr>
            <p:cNvSpPr/>
            <p:nvPr/>
          </p:nvSpPr>
          <p:spPr>
            <a:xfrm>
              <a:off x="3906837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73670539-1C18-CC8D-1202-477CD1F7D513}"/>
                </a:ext>
              </a:extLst>
            </p:cNvPr>
            <p:cNvSpPr/>
            <p:nvPr/>
          </p:nvSpPr>
          <p:spPr>
            <a:xfrm>
              <a:off x="4587874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6959D497-D74C-B75E-AD6D-DFCC6FADD943}"/>
                </a:ext>
              </a:extLst>
            </p:cNvPr>
            <p:cNvSpPr/>
            <p:nvPr/>
          </p:nvSpPr>
          <p:spPr>
            <a:xfrm>
              <a:off x="5268911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D4C27684-6B0D-FA4A-AFE0-CD0337E52826}"/>
                </a:ext>
              </a:extLst>
            </p:cNvPr>
            <p:cNvSpPr/>
            <p:nvPr/>
          </p:nvSpPr>
          <p:spPr>
            <a:xfrm>
              <a:off x="5949948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B381DF67-EC49-0EAE-016F-2536EC0E402F}"/>
                </a:ext>
              </a:extLst>
            </p:cNvPr>
            <p:cNvSpPr/>
            <p:nvPr/>
          </p:nvSpPr>
          <p:spPr>
            <a:xfrm>
              <a:off x="6630985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F77EF27B-A043-1E4C-D275-D06DDFC69B4D}"/>
                </a:ext>
              </a:extLst>
            </p:cNvPr>
            <p:cNvSpPr/>
            <p:nvPr/>
          </p:nvSpPr>
          <p:spPr>
            <a:xfrm>
              <a:off x="3225800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92BA82EC-3392-C50F-30D8-48A25F26BE84}"/>
                </a:ext>
              </a:extLst>
            </p:cNvPr>
            <p:cNvSpPr/>
            <p:nvPr/>
          </p:nvSpPr>
          <p:spPr>
            <a:xfrm>
              <a:off x="3906837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1DAAD854-95A8-5758-DD86-ED6A63559B14}"/>
                </a:ext>
              </a:extLst>
            </p:cNvPr>
            <p:cNvSpPr/>
            <p:nvPr/>
          </p:nvSpPr>
          <p:spPr>
            <a:xfrm>
              <a:off x="4587874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5F2249E1-7195-30AC-1512-FF149AA0FE05}"/>
                </a:ext>
              </a:extLst>
            </p:cNvPr>
            <p:cNvSpPr/>
            <p:nvPr/>
          </p:nvSpPr>
          <p:spPr>
            <a:xfrm>
              <a:off x="5268911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D2234E21-DFE5-B0C5-D8E7-90E6253294FF}"/>
                </a:ext>
              </a:extLst>
            </p:cNvPr>
            <p:cNvSpPr/>
            <p:nvPr/>
          </p:nvSpPr>
          <p:spPr>
            <a:xfrm>
              <a:off x="5949948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4CD82C1F-40D4-8801-D16A-AABB1B8CBC75}"/>
                </a:ext>
              </a:extLst>
            </p:cNvPr>
            <p:cNvSpPr/>
            <p:nvPr/>
          </p:nvSpPr>
          <p:spPr>
            <a:xfrm>
              <a:off x="6630985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9" name="타원 118">
            <a:extLst>
              <a:ext uri="{FF2B5EF4-FFF2-40B4-BE49-F238E27FC236}">
                <a16:creationId xmlns:a16="http://schemas.microsoft.com/office/drawing/2014/main" id="{C047E49A-0508-6754-0390-7FF576B33E5D}"/>
              </a:ext>
            </a:extLst>
          </p:cNvPr>
          <p:cNvSpPr/>
          <p:nvPr/>
        </p:nvSpPr>
        <p:spPr>
          <a:xfrm>
            <a:off x="6716666" y="5284982"/>
            <a:ext cx="403894" cy="40389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B7FE7733-8579-5934-0C08-1949D910C8C7}"/>
              </a:ext>
            </a:extLst>
          </p:cNvPr>
          <p:cNvSpPr/>
          <p:nvPr/>
        </p:nvSpPr>
        <p:spPr>
          <a:xfrm>
            <a:off x="9608032" y="1719741"/>
            <a:ext cx="403894" cy="40389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1" name="화살표: 오른쪽 120">
            <a:extLst>
              <a:ext uri="{FF2B5EF4-FFF2-40B4-BE49-F238E27FC236}">
                <a16:creationId xmlns:a16="http://schemas.microsoft.com/office/drawing/2014/main" id="{C9C98715-E31E-EA51-2AFB-9CE8A3266773}"/>
              </a:ext>
            </a:extLst>
          </p:cNvPr>
          <p:cNvSpPr/>
          <p:nvPr/>
        </p:nvSpPr>
        <p:spPr>
          <a:xfrm>
            <a:off x="7394230" y="5292995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2" name="화살표: 위로 굽음 121">
            <a:extLst>
              <a:ext uri="{FF2B5EF4-FFF2-40B4-BE49-F238E27FC236}">
                <a16:creationId xmlns:a16="http://schemas.microsoft.com/office/drawing/2014/main" id="{D266F082-49FB-997A-FCC5-91C35F10848A}"/>
              </a:ext>
            </a:extLst>
          </p:cNvPr>
          <p:cNvSpPr/>
          <p:nvPr/>
        </p:nvSpPr>
        <p:spPr>
          <a:xfrm>
            <a:off x="9521984" y="5162508"/>
            <a:ext cx="552450" cy="558422"/>
          </a:xfrm>
          <a:prstGeom prst="bent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화살표: 오른쪽 122">
            <a:extLst>
              <a:ext uri="{FF2B5EF4-FFF2-40B4-BE49-F238E27FC236}">
                <a16:creationId xmlns:a16="http://schemas.microsoft.com/office/drawing/2014/main" id="{1806F0E0-6E25-5827-6791-4F6F496AACA6}"/>
              </a:ext>
            </a:extLst>
          </p:cNvPr>
          <p:cNvSpPr/>
          <p:nvPr/>
        </p:nvSpPr>
        <p:spPr>
          <a:xfrm rot="16200000">
            <a:off x="6666179" y="4563349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4" name="화살표: 오른쪽 123">
            <a:extLst>
              <a:ext uri="{FF2B5EF4-FFF2-40B4-BE49-F238E27FC236}">
                <a16:creationId xmlns:a16="http://schemas.microsoft.com/office/drawing/2014/main" id="{96AB9295-0EDA-7E76-652F-04EB26733BD7}"/>
              </a:ext>
            </a:extLst>
          </p:cNvPr>
          <p:cNvSpPr/>
          <p:nvPr/>
        </p:nvSpPr>
        <p:spPr>
          <a:xfrm rot="16200000">
            <a:off x="8081203" y="2380491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6" name="화살표: 위로 굽음 125">
            <a:extLst>
              <a:ext uri="{FF2B5EF4-FFF2-40B4-BE49-F238E27FC236}">
                <a16:creationId xmlns:a16="http://schemas.microsoft.com/office/drawing/2014/main" id="{81B4F209-0786-ADAF-28A6-3DED17F4344E}"/>
              </a:ext>
            </a:extLst>
          </p:cNvPr>
          <p:cNvSpPr/>
          <p:nvPr/>
        </p:nvSpPr>
        <p:spPr>
          <a:xfrm rot="5400000" flipH="1" flipV="1">
            <a:off x="9509153" y="3057900"/>
            <a:ext cx="528909" cy="537530"/>
          </a:xfrm>
          <a:prstGeom prst="bentUp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화살표: 오른쪽 126">
            <a:extLst>
              <a:ext uri="{FF2B5EF4-FFF2-40B4-BE49-F238E27FC236}">
                <a16:creationId xmlns:a16="http://schemas.microsoft.com/office/drawing/2014/main" id="{F66E0D80-AD0F-46F9-E8D6-79075E74E3AE}"/>
              </a:ext>
            </a:extLst>
          </p:cNvPr>
          <p:cNvSpPr/>
          <p:nvPr/>
        </p:nvSpPr>
        <p:spPr>
          <a:xfrm>
            <a:off x="7400867" y="3141695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화살표: 오른쪽 127">
            <a:extLst>
              <a:ext uri="{FF2B5EF4-FFF2-40B4-BE49-F238E27FC236}">
                <a16:creationId xmlns:a16="http://schemas.microsoft.com/office/drawing/2014/main" id="{2985AF06-141A-3E5E-3FA5-104067DAB1BF}"/>
              </a:ext>
            </a:extLst>
          </p:cNvPr>
          <p:cNvSpPr/>
          <p:nvPr/>
        </p:nvSpPr>
        <p:spPr>
          <a:xfrm>
            <a:off x="8818895" y="1644728"/>
            <a:ext cx="528909" cy="427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0B2E62D-8361-733D-1913-5371B2BD27AB}"/>
              </a:ext>
            </a:extLst>
          </p:cNvPr>
          <p:cNvSpPr txBox="1"/>
          <p:nvPr/>
        </p:nvSpPr>
        <p:spPr>
          <a:xfrm>
            <a:off x="2598501" y="1031510"/>
            <a:ext cx="60785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문제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B3399A0-3CD2-FAE7-597D-BE304E96EFB5}"/>
              </a:ext>
            </a:extLst>
          </p:cNvPr>
          <p:cNvSpPr txBox="1"/>
          <p:nvPr/>
        </p:nvSpPr>
        <p:spPr>
          <a:xfrm>
            <a:off x="8419093" y="1030316"/>
            <a:ext cx="60785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정답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2" name="화살표: 오른쪽 131">
            <a:extLst>
              <a:ext uri="{FF2B5EF4-FFF2-40B4-BE49-F238E27FC236}">
                <a16:creationId xmlns:a16="http://schemas.microsoft.com/office/drawing/2014/main" id="{85E15904-9A90-B898-D001-A11E59D7A4D6}"/>
              </a:ext>
            </a:extLst>
          </p:cNvPr>
          <p:cNvSpPr/>
          <p:nvPr/>
        </p:nvSpPr>
        <p:spPr>
          <a:xfrm>
            <a:off x="5486400" y="3305175"/>
            <a:ext cx="723900" cy="7747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위로 굽음 10">
            <a:extLst>
              <a:ext uri="{FF2B5EF4-FFF2-40B4-BE49-F238E27FC236}">
                <a16:creationId xmlns:a16="http://schemas.microsoft.com/office/drawing/2014/main" id="{FE78EE33-270A-60B2-D89F-52A78D70D064}"/>
              </a:ext>
            </a:extLst>
          </p:cNvPr>
          <p:cNvSpPr/>
          <p:nvPr/>
        </p:nvSpPr>
        <p:spPr>
          <a:xfrm rot="5400000" flipH="1">
            <a:off x="6662546" y="3025964"/>
            <a:ext cx="552450" cy="558422"/>
          </a:xfrm>
          <a:prstGeom prst="bent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왼쪽/오른쪽/위쪽 17">
            <a:extLst>
              <a:ext uri="{FF2B5EF4-FFF2-40B4-BE49-F238E27FC236}">
                <a16:creationId xmlns:a16="http://schemas.microsoft.com/office/drawing/2014/main" id="{2E251A4F-9043-3054-4EA0-3E99B127C7DB}"/>
              </a:ext>
            </a:extLst>
          </p:cNvPr>
          <p:cNvSpPr/>
          <p:nvPr/>
        </p:nvSpPr>
        <p:spPr>
          <a:xfrm>
            <a:off x="8092265" y="3091208"/>
            <a:ext cx="552450" cy="461339"/>
          </a:xfrm>
          <a:prstGeom prst="leftRight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472AF9DA-EEF3-E4A0-D468-859CE6AC39DA}"/>
              </a:ext>
            </a:extLst>
          </p:cNvPr>
          <p:cNvSpPr/>
          <p:nvPr/>
        </p:nvSpPr>
        <p:spPr>
          <a:xfrm rot="10800000">
            <a:off x="8818895" y="3141695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DB5ECE56-3193-29F7-CEEB-347B5DFB63DA}"/>
              </a:ext>
            </a:extLst>
          </p:cNvPr>
          <p:cNvSpPr/>
          <p:nvPr/>
        </p:nvSpPr>
        <p:spPr>
          <a:xfrm rot="16200000">
            <a:off x="6666179" y="3799694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A645C165-D04A-E59E-C25F-44FC9CFFEA68}"/>
              </a:ext>
            </a:extLst>
          </p:cNvPr>
          <p:cNvSpPr/>
          <p:nvPr/>
        </p:nvSpPr>
        <p:spPr>
          <a:xfrm>
            <a:off x="8121720" y="5292995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DE6E93BD-8816-49F9-DA6E-958877C3E1D0}"/>
              </a:ext>
            </a:extLst>
          </p:cNvPr>
          <p:cNvSpPr/>
          <p:nvPr/>
        </p:nvSpPr>
        <p:spPr>
          <a:xfrm>
            <a:off x="8818895" y="5292995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91CA5818-F77F-40B3-B750-D8729CFC7BF5}"/>
              </a:ext>
            </a:extLst>
          </p:cNvPr>
          <p:cNvSpPr/>
          <p:nvPr/>
        </p:nvSpPr>
        <p:spPr>
          <a:xfrm rot="16200000">
            <a:off x="9565822" y="4563349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1AE73E58-D728-6CE7-A5AE-9379B7A2D184}"/>
              </a:ext>
            </a:extLst>
          </p:cNvPr>
          <p:cNvSpPr/>
          <p:nvPr/>
        </p:nvSpPr>
        <p:spPr>
          <a:xfrm rot="16200000">
            <a:off x="9571401" y="3846276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화살표: 위로 굽음 49">
            <a:extLst>
              <a:ext uri="{FF2B5EF4-FFF2-40B4-BE49-F238E27FC236}">
                <a16:creationId xmlns:a16="http://schemas.microsoft.com/office/drawing/2014/main" id="{52E81767-2E5C-90D5-6136-8E23FAACD05C}"/>
              </a:ext>
            </a:extLst>
          </p:cNvPr>
          <p:cNvSpPr/>
          <p:nvPr/>
        </p:nvSpPr>
        <p:spPr>
          <a:xfrm rot="5400000" flipH="1">
            <a:off x="8154638" y="1607169"/>
            <a:ext cx="528909" cy="528908"/>
          </a:xfrm>
          <a:prstGeom prst="bentUpArrow">
            <a:avLst>
              <a:gd name="adj1" fmla="val 25000"/>
              <a:gd name="adj2" fmla="val 25600"/>
              <a:gd name="adj3" fmla="val 25000"/>
            </a:avLst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A17FD9CA-D2D2-D4D0-40F4-B040E8259C15}"/>
              </a:ext>
            </a:extLst>
          </p:cNvPr>
          <p:cNvGrpSpPr/>
          <p:nvPr/>
        </p:nvGrpSpPr>
        <p:grpSpPr>
          <a:xfrm>
            <a:off x="714276" y="1511300"/>
            <a:ext cx="4337050" cy="4337050"/>
            <a:chOff x="3225800" y="2252665"/>
            <a:chExt cx="4086222" cy="4086222"/>
          </a:xfrm>
        </p:grpSpPr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D754ABBD-D32F-B387-9AEF-AEAF92E24299}"/>
                </a:ext>
              </a:extLst>
            </p:cNvPr>
            <p:cNvSpPr/>
            <p:nvPr/>
          </p:nvSpPr>
          <p:spPr>
            <a:xfrm>
              <a:off x="3225800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BAE385ED-66CC-3D5C-1328-A78897297CFF}"/>
                </a:ext>
              </a:extLst>
            </p:cNvPr>
            <p:cNvSpPr/>
            <p:nvPr/>
          </p:nvSpPr>
          <p:spPr>
            <a:xfrm>
              <a:off x="3906837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A046F82C-4BD1-5614-1707-E690D2226DC4}"/>
                </a:ext>
              </a:extLst>
            </p:cNvPr>
            <p:cNvSpPr/>
            <p:nvPr/>
          </p:nvSpPr>
          <p:spPr>
            <a:xfrm>
              <a:off x="4587874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71EB8F85-9D3A-D782-DE2C-3040CB0833D2}"/>
                </a:ext>
              </a:extLst>
            </p:cNvPr>
            <p:cNvSpPr/>
            <p:nvPr/>
          </p:nvSpPr>
          <p:spPr>
            <a:xfrm>
              <a:off x="5268911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29170465-EEBA-C66B-D7BE-104F6B07C1B3}"/>
                </a:ext>
              </a:extLst>
            </p:cNvPr>
            <p:cNvSpPr/>
            <p:nvPr/>
          </p:nvSpPr>
          <p:spPr>
            <a:xfrm>
              <a:off x="5949948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4C6271F9-33E4-6706-6BA9-FB3C83BCAB9A}"/>
                </a:ext>
              </a:extLst>
            </p:cNvPr>
            <p:cNvSpPr/>
            <p:nvPr/>
          </p:nvSpPr>
          <p:spPr>
            <a:xfrm>
              <a:off x="6630985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504B902A-0C9E-3837-9117-C74A441C8314}"/>
                </a:ext>
              </a:extLst>
            </p:cNvPr>
            <p:cNvSpPr/>
            <p:nvPr/>
          </p:nvSpPr>
          <p:spPr>
            <a:xfrm>
              <a:off x="3225800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0F7D0944-24D3-F7F4-9B1D-DEC8DB02C2C5}"/>
                </a:ext>
              </a:extLst>
            </p:cNvPr>
            <p:cNvSpPr/>
            <p:nvPr/>
          </p:nvSpPr>
          <p:spPr>
            <a:xfrm>
              <a:off x="3906837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806D5F2C-89BA-359E-54F0-2BA9519FFBEB}"/>
                </a:ext>
              </a:extLst>
            </p:cNvPr>
            <p:cNvSpPr/>
            <p:nvPr/>
          </p:nvSpPr>
          <p:spPr>
            <a:xfrm>
              <a:off x="4587874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6DF05B1A-0606-3F8C-6F10-02C8488C34E4}"/>
                </a:ext>
              </a:extLst>
            </p:cNvPr>
            <p:cNvSpPr/>
            <p:nvPr/>
          </p:nvSpPr>
          <p:spPr>
            <a:xfrm>
              <a:off x="5268911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D09289C1-BBFA-7D53-B905-7F36B1D1ECED}"/>
                </a:ext>
              </a:extLst>
            </p:cNvPr>
            <p:cNvSpPr/>
            <p:nvPr/>
          </p:nvSpPr>
          <p:spPr>
            <a:xfrm>
              <a:off x="5949948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9B65B5A5-956B-05C0-92D9-F76DEE7C45B4}"/>
                </a:ext>
              </a:extLst>
            </p:cNvPr>
            <p:cNvSpPr/>
            <p:nvPr/>
          </p:nvSpPr>
          <p:spPr>
            <a:xfrm>
              <a:off x="6630985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53E9A612-5311-4788-B7F6-62FB28BB004B}"/>
                </a:ext>
              </a:extLst>
            </p:cNvPr>
            <p:cNvSpPr/>
            <p:nvPr/>
          </p:nvSpPr>
          <p:spPr>
            <a:xfrm>
              <a:off x="3225800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3" name="직사각형 182">
              <a:extLst>
                <a:ext uri="{FF2B5EF4-FFF2-40B4-BE49-F238E27FC236}">
                  <a16:creationId xmlns:a16="http://schemas.microsoft.com/office/drawing/2014/main" id="{B18A05F1-B534-7896-4FCA-0DE193A0744C}"/>
                </a:ext>
              </a:extLst>
            </p:cNvPr>
            <p:cNvSpPr/>
            <p:nvPr/>
          </p:nvSpPr>
          <p:spPr>
            <a:xfrm>
              <a:off x="3906837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F872A0F5-5708-1196-C2D9-C274836D0B6E}"/>
                </a:ext>
              </a:extLst>
            </p:cNvPr>
            <p:cNvSpPr/>
            <p:nvPr/>
          </p:nvSpPr>
          <p:spPr>
            <a:xfrm>
              <a:off x="4587874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91E0C977-EAA8-4B48-4B72-2186AE3E27F9}"/>
                </a:ext>
              </a:extLst>
            </p:cNvPr>
            <p:cNvSpPr/>
            <p:nvPr/>
          </p:nvSpPr>
          <p:spPr>
            <a:xfrm>
              <a:off x="5268911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04B3F93B-E430-A83A-5578-8E05200CF973}"/>
                </a:ext>
              </a:extLst>
            </p:cNvPr>
            <p:cNvSpPr/>
            <p:nvPr/>
          </p:nvSpPr>
          <p:spPr>
            <a:xfrm>
              <a:off x="5949948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C7CC8C63-2611-E1B6-EF7A-4D68FA88E51B}"/>
                </a:ext>
              </a:extLst>
            </p:cNvPr>
            <p:cNvSpPr/>
            <p:nvPr/>
          </p:nvSpPr>
          <p:spPr>
            <a:xfrm>
              <a:off x="6630985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CE6CFF75-9D95-627B-2DB9-7937A1035F8D}"/>
                </a:ext>
              </a:extLst>
            </p:cNvPr>
            <p:cNvSpPr/>
            <p:nvPr/>
          </p:nvSpPr>
          <p:spPr>
            <a:xfrm>
              <a:off x="3225800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6C63117F-69AE-3317-0CBB-E6404614DDC6}"/>
                </a:ext>
              </a:extLst>
            </p:cNvPr>
            <p:cNvSpPr/>
            <p:nvPr/>
          </p:nvSpPr>
          <p:spPr>
            <a:xfrm>
              <a:off x="3906837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E4CE33CE-F254-13D2-E341-7EB35B8CFA12}"/>
                </a:ext>
              </a:extLst>
            </p:cNvPr>
            <p:cNvSpPr/>
            <p:nvPr/>
          </p:nvSpPr>
          <p:spPr>
            <a:xfrm>
              <a:off x="4587874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263DBDB0-EA71-7175-8BB4-EAB7F196D666}"/>
                </a:ext>
              </a:extLst>
            </p:cNvPr>
            <p:cNvSpPr/>
            <p:nvPr/>
          </p:nvSpPr>
          <p:spPr>
            <a:xfrm>
              <a:off x="5268911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A578A2B2-F339-2550-FF19-2D89A78EF0A5}"/>
                </a:ext>
              </a:extLst>
            </p:cNvPr>
            <p:cNvSpPr/>
            <p:nvPr/>
          </p:nvSpPr>
          <p:spPr>
            <a:xfrm>
              <a:off x="5949948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2ACB9D93-C36E-A230-3976-C4AFDEE97EDC}"/>
                </a:ext>
              </a:extLst>
            </p:cNvPr>
            <p:cNvSpPr/>
            <p:nvPr/>
          </p:nvSpPr>
          <p:spPr>
            <a:xfrm>
              <a:off x="6630985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EAB2214C-9B06-C3B4-3B90-D71D7DF16E25}"/>
                </a:ext>
              </a:extLst>
            </p:cNvPr>
            <p:cNvSpPr/>
            <p:nvPr/>
          </p:nvSpPr>
          <p:spPr>
            <a:xfrm>
              <a:off x="3225800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0D437EA6-4A82-CB98-1381-CDB9FA3498DE}"/>
                </a:ext>
              </a:extLst>
            </p:cNvPr>
            <p:cNvSpPr/>
            <p:nvPr/>
          </p:nvSpPr>
          <p:spPr>
            <a:xfrm>
              <a:off x="3906837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99FC8C2D-01DC-46F6-49CC-576393E9F573}"/>
                </a:ext>
              </a:extLst>
            </p:cNvPr>
            <p:cNvSpPr/>
            <p:nvPr/>
          </p:nvSpPr>
          <p:spPr>
            <a:xfrm>
              <a:off x="4587874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2F41F194-B59C-AE78-72D6-45088933CD1B}"/>
                </a:ext>
              </a:extLst>
            </p:cNvPr>
            <p:cNvSpPr/>
            <p:nvPr/>
          </p:nvSpPr>
          <p:spPr>
            <a:xfrm>
              <a:off x="5268911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1B026939-31A9-7002-2353-897DC3FF9571}"/>
                </a:ext>
              </a:extLst>
            </p:cNvPr>
            <p:cNvSpPr/>
            <p:nvPr/>
          </p:nvSpPr>
          <p:spPr>
            <a:xfrm>
              <a:off x="5949948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E177A947-23FE-ABFF-307E-F81AABF89452}"/>
                </a:ext>
              </a:extLst>
            </p:cNvPr>
            <p:cNvSpPr/>
            <p:nvPr/>
          </p:nvSpPr>
          <p:spPr>
            <a:xfrm>
              <a:off x="6630985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E110C66B-3DCE-3A55-59F0-BDDB28F79A53}"/>
                </a:ext>
              </a:extLst>
            </p:cNvPr>
            <p:cNvSpPr/>
            <p:nvPr/>
          </p:nvSpPr>
          <p:spPr>
            <a:xfrm>
              <a:off x="3225800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DC20F045-D026-0DF9-4BE0-6BDCB770381C}"/>
                </a:ext>
              </a:extLst>
            </p:cNvPr>
            <p:cNvSpPr/>
            <p:nvPr/>
          </p:nvSpPr>
          <p:spPr>
            <a:xfrm>
              <a:off x="3906837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C4EFE191-6978-7840-4CAD-5971D91914C3}"/>
                </a:ext>
              </a:extLst>
            </p:cNvPr>
            <p:cNvSpPr/>
            <p:nvPr/>
          </p:nvSpPr>
          <p:spPr>
            <a:xfrm>
              <a:off x="4587874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id="{2A499513-8C10-A240-C645-9AEBCB1B2CE3}"/>
                </a:ext>
              </a:extLst>
            </p:cNvPr>
            <p:cNvSpPr/>
            <p:nvPr/>
          </p:nvSpPr>
          <p:spPr>
            <a:xfrm>
              <a:off x="5268911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직사각형 203">
              <a:extLst>
                <a:ext uri="{FF2B5EF4-FFF2-40B4-BE49-F238E27FC236}">
                  <a16:creationId xmlns:a16="http://schemas.microsoft.com/office/drawing/2014/main" id="{427EB2AA-6847-08D0-4C67-8AC7AE73DB6F}"/>
                </a:ext>
              </a:extLst>
            </p:cNvPr>
            <p:cNvSpPr/>
            <p:nvPr/>
          </p:nvSpPr>
          <p:spPr>
            <a:xfrm>
              <a:off x="5949948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91F6C385-CFCF-CEAF-982C-74D0EC8BC435}"/>
                </a:ext>
              </a:extLst>
            </p:cNvPr>
            <p:cNvSpPr/>
            <p:nvPr/>
          </p:nvSpPr>
          <p:spPr>
            <a:xfrm>
              <a:off x="6630985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6" name="타원 205">
            <a:extLst>
              <a:ext uri="{FF2B5EF4-FFF2-40B4-BE49-F238E27FC236}">
                <a16:creationId xmlns:a16="http://schemas.microsoft.com/office/drawing/2014/main" id="{3D5A770D-3446-6B72-D492-08DD8AD6B523}"/>
              </a:ext>
            </a:extLst>
          </p:cNvPr>
          <p:cNvSpPr/>
          <p:nvPr/>
        </p:nvSpPr>
        <p:spPr>
          <a:xfrm>
            <a:off x="873750" y="5284982"/>
            <a:ext cx="403894" cy="40389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6F625385-D460-345E-FEAF-84F9EB68AE5C}"/>
              </a:ext>
            </a:extLst>
          </p:cNvPr>
          <p:cNvSpPr/>
          <p:nvPr/>
        </p:nvSpPr>
        <p:spPr>
          <a:xfrm>
            <a:off x="3765116" y="1719741"/>
            <a:ext cx="403894" cy="40389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8" name="화살표: 오른쪽 207">
            <a:extLst>
              <a:ext uri="{FF2B5EF4-FFF2-40B4-BE49-F238E27FC236}">
                <a16:creationId xmlns:a16="http://schemas.microsoft.com/office/drawing/2014/main" id="{67D893CF-D03D-3933-CCD2-9AA7CC1299D8}"/>
              </a:ext>
            </a:extLst>
          </p:cNvPr>
          <p:cNvSpPr/>
          <p:nvPr/>
        </p:nvSpPr>
        <p:spPr>
          <a:xfrm>
            <a:off x="1551314" y="5292995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9" name="화살표: 위로 굽음 208">
            <a:extLst>
              <a:ext uri="{FF2B5EF4-FFF2-40B4-BE49-F238E27FC236}">
                <a16:creationId xmlns:a16="http://schemas.microsoft.com/office/drawing/2014/main" id="{DE030071-26A5-AFAE-E36F-8212FD23E044}"/>
              </a:ext>
            </a:extLst>
          </p:cNvPr>
          <p:cNvSpPr/>
          <p:nvPr/>
        </p:nvSpPr>
        <p:spPr>
          <a:xfrm flipH="1" flipV="1">
            <a:off x="3677757" y="5251990"/>
            <a:ext cx="552450" cy="528910"/>
          </a:xfrm>
          <a:prstGeom prst="bent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0" name="화살표: 오른쪽 209">
            <a:extLst>
              <a:ext uri="{FF2B5EF4-FFF2-40B4-BE49-F238E27FC236}">
                <a16:creationId xmlns:a16="http://schemas.microsoft.com/office/drawing/2014/main" id="{6E496518-56AE-9994-B4F5-A8CDAF0DA9DE}"/>
              </a:ext>
            </a:extLst>
          </p:cNvPr>
          <p:cNvSpPr/>
          <p:nvPr/>
        </p:nvSpPr>
        <p:spPr>
          <a:xfrm rot="16200000">
            <a:off x="823263" y="4563349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A4A39812-55E5-CA21-0EAF-C3AC0789C433}"/>
              </a:ext>
            </a:extLst>
          </p:cNvPr>
          <p:cNvSpPr/>
          <p:nvPr/>
        </p:nvSpPr>
        <p:spPr>
          <a:xfrm rot="16200000">
            <a:off x="2238287" y="2380491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2" name="화살표: 위로 굽음 211">
            <a:extLst>
              <a:ext uri="{FF2B5EF4-FFF2-40B4-BE49-F238E27FC236}">
                <a16:creationId xmlns:a16="http://schemas.microsoft.com/office/drawing/2014/main" id="{4B06D3B1-9C26-35BF-042A-2CD91FCA541B}"/>
              </a:ext>
            </a:extLst>
          </p:cNvPr>
          <p:cNvSpPr/>
          <p:nvPr/>
        </p:nvSpPr>
        <p:spPr>
          <a:xfrm rot="5400000" flipH="1" flipV="1">
            <a:off x="3666237" y="3057900"/>
            <a:ext cx="528909" cy="537530"/>
          </a:xfrm>
          <a:prstGeom prst="bentUp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화살표: 오른쪽 212">
            <a:extLst>
              <a:ext uri="{FF2B5EF4-FFF2-40B4-BE49-F238E27FC236}">
                <a16:creationId xmlns:a16="http://schemas.microsoft.com/office/drawing/2014/main" id="{56B095B6-BAF4-A67A-4B35-ECEB6B4691B5}"/>
              </a:ext>
            </a:extLst>
          </p:cNvPr>
          <p:cNvSpPr/>
          <p:nvPr/>
        </p:nvSpPr>
        <p:spPr>
          <a:xfrm>
            <a:off x="1557951" y="3141695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화살표: 오른쪽 213">
            <a:extLst>
              <a:ext uri="{FF2B5EF4-FFF2-40B4-BE49-F238E27FC236}">
                <a16:creationId xmlns:a16="http://schemas.microsoft.com/office/drawing/2014/main" id="{4410ABB2-82D0-A545-ABBD-8A08D1166B1B}"/>
              </a:ext>
            </a:extLst>
          </p:cNvPr>
          <p:cNvSpPr/>
          <p:nvPr/>
        </p:nvSpPr>
        <p:spPr>
          <a:xfrm rot="5400000">
            <a:off x="2975979" y="1644728"/>
            <a:ext cx="528909" cy="427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화살표: 위로 굽음 214">
            <a:extLst>
              <a:ext uri="{FF2B5EF4-FFF2-40B4-BE49-F238E27FC236}">
                <a16:creationId xmlns:a16="http://schemas.microsoft.com/office/drawing/2014/main" id="{AFC4F089-027A-4935-9949-8534B486F5BE}"/>
              </a:ext>
            </a:extLst>
          </p:cNvPr>
          <p:cNvSpPr/>
          <p:nvPr/>
        </p:nvSpPr>
        <p:spPr>
          <a:xfrm flipH="1">
            <a:off x="819630" y="3025964"/>
            <a:ext cx="552450" cy="558422"/>
          </a:xfrm>
          <a:prstGeom prst="bent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6" name="화살표: 왼쪽/오른쪽/위쪽 215">
            <a:extLst>
              <a:ext uri="{FF2B5EF4-FFF2-40B4-BE49-F238E27FC236}">
                <a16:creationId xmlns:a16="http://schemas.microsoft.com/office/drawing/2014/main" id="{6FED521A-22EE-A752-5174-36FBC792F3BC}"/>
              </a:ext>
            </a:extLst>
          </p:cNvPr>
          <p:cNvSpPr/>
          <p:nvPr/>
        </p:nvSpPr>
        <p:spPr>
          <a:xfrm rot="10800000">
            <a:off x="2249349" y="3091208"/>
            <a:ext cx="552450" cy="461339"/>
          </a:xfrm>
          <a:prstGeom prst="leftRight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7" name="화살표: 오른쪽 216">
            <a:extLst>
              <a:ext uri="{FF2B5EF4-FFF2-40B4-BE49-F238E27FC236}">
                <a16:creationId xmlns:a16="http://schemas.microsoft.com/office/drawing/2014/main" id="{633261CB-8C10-F9F2-2040-5862FA5A8A89}"/>
              </a:ext>
            </a:extLst>
          </p:cNvPr>
          <p:cNvSpPr/>
          <p:nvPr/>
        </p:nvSpPr>
        <p:spPr>
          <a:xfrm rot="10800000">
            <a:off x="2975979" y="3141695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8" name="화살표: 오른쪽 217">
            <a:extLst>
              <a:ext uri="{FF2B5EF4-FFF2-40B4-BE49-F238E27FC236}">
                <a16:creationId xmlns:a16="http://schemas.microsoft.com/office/drawing/2014/main" id="{9AAE4171-FE9F-D48E-E46A-219C38B26B3E}"/>
              </a:ext>
            </a:extLst>
          </p:cNvPr>
          <p:cNvSpPr/>
          <p:nvPr/>
        </p:nvSpPr>
        <p:spPr>
          <a:xfrm rot="16200000">
            <a:off x="823263" y="3799694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9" name="화살표: 오른쪽 218">
            <a:extLst>
              <a:ext uri="{FF2B5EF4-FFF2-40B4-BE49-F238E27FC236}">
                <a16:creationId xmlns:a16="http://schemas.microsoft.com/office/drawing/2014/main" id="{840C84DE-70B2-EB13-FAFE-5A823CEE55DF}"/>
              </a:ext>
            </a:extLst>
          </p:cNvPr>
          <p:cNvSpPr/>
          <p:nvPr/>
        </p:nvSpPr>
        <p:spPr>
          <a:xfrm>
            <a:off x="2278804" y="5292995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0" name="화살표: 오른쪽 219">
            <a:extLst>
              <a:ext uri="{FF2B5EF4-FFF2-40B4-BE49-F238E27FC236}">
                <a16:creationId xmlns:a16="http://schemas.microsoft.com/office/drawing/2014/main" id="{CC122C11-E362-28F9-893A-7920BFC585AC}"/>
              </a:ext>
            </a:extLst>
          </p:cNvPr>
          <p:cNvSpPr/>
          <p:nvPr/>
        </p:nvSpPr>
        <p:spPr>
          <a:xfrm>
            <a:off x="2975979" y="5292995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1" name="화살표: 오른쪽 220">
            <a:extLst>
              <a:ext uri="{FF2B5EF4-FFF2-40B4-BE49-F238E27FC236}">
                <a16:creationId xmlns:a16="http://schemas.microsoft.com/office/drawing/2014/main" id="{DA5ABE57-4035-CDA9-9F1A-0879D97C8602}"/>
              </a:ext>
            </a:extLst>
          </p:cNvPr>
          <p:cNvSpPr/>
          <p:nvPr/>
        </p:nvSpPr>
        <p:spPr>
          <a:xfrm rot="16200000">
            <a:off x="3722906" y="4563349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2" name="화살표: 오른쪽 221">
            <a:extLst>
              <a:ext uri="{FF2B5EF4-FFF2-40B4-BE49-F238E27FC236}">
                <a16:creationId xmlns:a16="http://schemas.microsoft.com/office/drawing/2014/main" id="{BEBD3019-552C-1AC7-428A-88D20E279A05}"/>
              </a:ext>
            </a:extLst>
          </p:cNvPr>
          <p:cNvSpPr/>
          <p:nvPr/>
        </p:nvSpPr>
        <p:spPr>
          <a:xfrm rot="16200000">
            <a:off x="3728485" y="3846276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3" name="화살표: 위로 굽음 222">
            <a:extLst>
              <a:ext uri="{FF2B5EF4-FFF2-40B4-BE49-F238E27FC236}">
                <a16:creationId xmlns:a16="http://schemas.microsoft.com/office/drawing/2014/main" id="{B0122505-5AAA-7413-2F25-38A56E866387}"/>
              </a:ext>
            </a:extLst>
          </p:cNvPr>
          <p:cNvSpPr/>
          <p:nvPr/>
        </p:nvSpPr>
        <p:spPr>
          <a:xfrm rot="5400000" flipH="1">
            <a:off x="2311722" y="1607169"/>
            <a:ext cx="528909" cy="528908"/>
          </a:xfrm>
          <a:prstGeom prst="bentUpArrow">
            <a:avLst>
              <a:gd name="adj1" fmla="val 25000"/>
              <a:gd name="adj2" fmla="val 25600"/>
              <a:gd name="adj3" fmla="val 25000"/>
            </a:avLst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960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C1C61-36AE-B9DF-3229-CC3043323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9DCE0-CB44-2343-2CF4-FF65D53C2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</a:t>
            </a:r>
            <a:r>
              <a:rPr lang="en-US" altLang="ko-KR" dirty="0"/>
              <a:t>_03</a:t>
            </a:r>
            <a:endParaRPr lang="ko-KR" altLang="en-US" dirty="0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035370AC-9C52-592A-06A4-6A644B277DE5}"/>
              </a:ext>
            </a:extLst>
          </p:cNvPr>
          <p:cNvGrpSpPr/>
          <p:nvPr/>
        </p:nvGrpSpPr>
        <p:grpSpPr>
          <a:xfrm>
            <a:off x="6557192" y="1511300"/>
            <a:ext cx="4337050" cy="4337050"/>
            <a:chOff x="3225800" y="2252665"/>
            <a:chExt cx="4086222" cy="4086222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46F521AE-225B-7F54-BC1A-315B6364769C}"/>
                </a:ext>
              </a:extLst>
            </p:cNvPr>
            <p:cNvSpPr/>
            <p:nvPr/>
          </p:nvSpPr>
          <p:spPr>
            <a:xfrm>
              <a:off x="3225800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B290BD29-11BA-E39E-5879-3620E7CAD636}"/>
                </a:ext>
              </a:extLst>
            </p:cNvPr>
            <p:cNvSpPr/>
            <p:nvPr/>
          </p:nvSpPr>
          <p:spPr>
            <a:xfrm>
              <a:off x="3906837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BC72C93A-B779-761C-BD64-4884E8F1B581}"/>
                </a:ext>
              </a:extLst>
            </p:cNvPr>
            <p:cNvSpPr/>
            <p:nvPr/>
          </p:nvSpPr>
          <p:spPr>
            <a:xfrm>
              <a:off x="4587874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FF5CA02F-2C9A-2A01-2827-F234A388214B}"/>
                </a:ext>
              </a:extLst>
            </p:cNvPr>
            <p:cNvSpPr/>
            <p:nvPr/>
          </p:nvSpPr>
          <p:spPr>
            <a:xfrm>
              <a:off x="5268911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BBA81860-EFCF-E06E-43E1-75519394164A}"/>
                </a:ext>
              </a:extLst>
            </p:cNvPr>
            <p:cNvSpPr/>
            <p:nvPr/>
          </p:nvSpPr>
          <p:spPr>
            <a:xfrm>
              <a:off x="5949948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6409F2A8-8DEA-64D8-073E-CC1EA05D3A97}"/>
                </a:ext>
              </a:extLst>
            </p:cNvPr>
            <p:cNvSpPr/>
            <p:nvPr/>
          </p:nvSpPr>
          <p:spPr>
            <a:xfrm>
              <a:off x="6630985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7A45EC84-7C1D-F84F-38F0-368B41D237A7}"/>
                </a:ext>
              </a:extLst>
            </p:cNvPr>
            <p:cNvSpPr/>
            <p:nvPr/>
          </p:nvSpPr>
          <p:spPr>
            <a:xfrm>
              <a:off x="3225800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AE38BFF3-8E42-2B56-2C0C-DB3B82F2927F}"/>
                </a:ext>
              </a:extLst>
            </p:cNvPr>
            <p:cNvSpPr/>
            <p:nvPr/>
          </p:nvSpPr>
          <p:spPr>
            <a:xfrm>
              <a:off x="3906837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E42B5605-5BFC-8A7C-A182-8295724B55C1}"/>
                </a:ext>
              </a:extLst>
            </p:cNvPr>
            <p:cNvSpPr/>
            <p:nvPr/>
          </p:nvSpPr>
          <p:spPr>
            <a:xfrm>
              <a:off x="4587874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64E58173-3FE7-31FC-5888-D6FA1597F509}"/>
                </a:ext>
              </a:extLst>
            </p:cNvPr>
            <p:cNvSpPr/>
            <p:nvPr/>
          </p:nvSpPr>
          <p:spPr>
            <a:xfrm>
              <a:off x="5268911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1F97A9B0-70D8-D298-D482-C2C6C85721C6}"/>
                </a:ext>
              </a:extLst>
            </p:cNvPr>
            <p:cNvSpPr/>
            <p:nvPr/>
          </p:nvSpPr>
          <p:spPr>
            <a:xfrm>
              <a:off x="5949948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0FD2746C-C693-A5DD-6744-98FB50980D97}"/>
                </a:ext>
              </a:extLst>
            </p:cNvPr>
            <p:cNvSpPr/>
            <p:nvPr/>
          </p:nvSpPr>
          <p:spPr>
            <a:xfrm>
              <a:off x="6630985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8A7DD609-5BF2-5E2F-7AE1-9412FA15D6F7}"/>
                </a:ext>
              </a:extLst>
            </p:cNvPr>
            <p:cNvSpPr/>
            <p:nvPr/>
          </p:nvSpPr>
          <p:spPr>
            <a:xfrm>
              <a:off x="3225800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645845C0-8A85-504E-D54A-334498A8787D}"/>
                </a:ext>
              </a:extLst>
            </p:cNvPr>
            <p:cNvSpPr/>
            <p:nvPr/>
          </p:nvSpPr>
          <p:spPr>
            <a:xfrm>
              <a:off x="3906837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87DA516E-AC37-9CB7-970D-6D3F88382B59}"/>
                </a:ext>
              </a:extLst>
            </p:cNvPr>
            <p:cNvSpPr/>
            <p:nvPr/>
          </p:nvSpPr>
          <p:spPr>
            <a:xfrm>
              <a:off x="4587874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6BD5DF3C-30C0-1EE2-EF3C-46711FFE285B}"/>
                </a:ext>
              </a:extLst>
            </p:cNvPr>
            <p:cNvSpPr/>
            <p:nvPr/>
          </p:nvSpPr>
          <p:spPr>
            <a:xfrm>
              <a:off x="5268911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76DD6184-0D49-8F23-D5E3-0E8EA3DFF8EC}"/>
                </a:ext>
              </a:extLst>
            </p:cNvPr>
            <p:cNvSpPr/>
            <p:nvPr/>
          </p:nvSpPr>
          <p:spPr>
            <a:xfrm>
              <a:off x="5949948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4D2DF10E-BA5E-DBD6-CE8C-B9AB99635B73}"/>
                </a:ext>
              </a:extLst>
            </p:cNvPr>
            <p:cNvSpPr/>
            <p:nvPr/>
          </p:nvSpPr>
          <p:spPr>
            <a:xfrm>
              <a:off x="6630985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C25B7C65-54BF-7CD1-D436-03616437D651}"/>
                </a:ext>
              </a:extLst>
            </p:cNvPr>
            <p:cNvSpPr/>
            <p:nvPr/>
          </p:nvSpPr>
          <p:spPr>
            <a:xfrm>
              <a:off x="3225800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13AA82AE-BF13-28DB-6D5F-7CB266E5C4C0}"/>
                </a:ext>
              </a:extLst>
            </p:cNvPr>
            <p:cNvSpPr/>
            <p:nvPr/>
          </p:nvSpPr>
          <p:spPr>
            <a:xfrm>
              <a:off x="3906837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C686F262-D47C-DA04-97A5-E49FFD66B290}"/>
                </a:ext>
              </a:extLst>
            </p:cNvPr>
            <p:cNvSpPr/>
            <p:nvPr/>
          </p:nvSpPr>
          <p:spPr>
            <a:xfrm>
              <a:off x="4587874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2ADBF900-EC14-7EF0-A6D6-A4D50F3A701A}"/>
                </a:ext>
              </a:extLst>
            </p:cNvPr>
            <p:cNvSpPr/>
            <p:nvPr/>
          </p:nvSpPr>
          <p:spPr>
            <a:xfrm>
              <a:off x="5268911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A5644D13-4BF1-ABB6-5815-AEEDDA16EC4E}"/>
                </a:ext>
              </a:extLst>
            </p:cNvPr>
            <p:cNvSpPr/>
            <p:nvPr/>
          </p:nvSpPr>
          <p:spPr>
            <a:xfrm>
              <a:off x="5949948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34148410-8A9A-976B-69C2-6623EF57B955}"/>
                </a:ext>
              </a:extLst>
            </p:cNvPr>
            <p:cNvSpPr/>
            <p:nvPr/>
          </p:nvSpPr>
          <p:spPr>
            <a:xfrm>
              <a:off x="6630985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1BB3363B-0BD3-BA59-D2C6-DD2411722812}"/>
                </a:ext>
              </a:extLst>
            </p:cNvPr>
            <p:cNvSpPr/>
            <p:nvPr/>
          </p:nvSpPr>
          <p:spPr>
            <a:xfrm>
              <a:off x="3225800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353413E4-3B4F-24C8-C56E-1BA8DD88DF77}"/>
                </a:ext>
              </a:extLst>
            </p:cNvPr>
            <p:cNvSpPr/>
            <p:nvPr/>
          </p:nvSpPr>
          <p:spPr>
            <a:xfrm>
              <a:off x="3906837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ABC68CCA-A36C-C60A-FF1B-30C82F1F839E}"/>
                </a:ext>
              </a:extLst>
            </p:cNvPr>
            <p:cNvSpPr/>
            <p:nvPr/>
          </p:nvSpPr>
          <p:spPr>
            <a:xfrm>
              <a:off x="4587874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7704ED2B-E6A4-B73D-B5B3-0AA249EF7656}"/>
                </a:ext>
              </a:extLst>
            </p:cNvPr>
            <p:cNvSpPr/>
            <p:nvPr/>
          </p:nvSpPr>
          <p:spPr>
            <a:xfrm>
              <a:off x="5268911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828F9A16-AFCC-CE77-CE95-63D66DCCC117}"/>
                </a:ext>
              </a:extLst>
            </p:cNvPr>
            <p:cNvSpPr/>
            <p:nvPr/>
          </p:nvSpPr>
          <p:spPr>
            <a:xfrm>
              <a:off x="5949948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01E4CCAF-3FD2-526F-9A6C-77D97DFE8B4F}"/>
                </a:ext>
              </a:extLst>
            </p:cNvPr>
            <p:cNvSpPr/>
            <p:nvPr/>
          </p:nvSpPr>
          <p:spPr>
            <a:xfrm>
              <a:off x="6630985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648349B6-D716-9F0B-F5E7-ABDA5D042B7C}"/>
                </a:ext>
              </a:extLst>
            </p:cNvPr>
            <p:cNvSpPr/>
            <p:nvPr/>
          </p:nvSpPr>
          <p:spPr>
            <a:xfrm>
              <a:off x="3225800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5A33629F-47FE-5DCC-8298-AB27B7E7217F}"/>
                </a:ext>
              </a:extLst>
            </p:cNvPr>
            <p:cNvSpPr/>
            <p:nvPr/>
          </p:nvSpPr>
          <p:spPr>
            <a:xfrm>
              <a:off x="3906837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FD5AA5AF-7FFB-1598-280C-FAAFAF6860CE}"/>
                </a:ext>
              </a:extLst>
            </p:cNvPr>
            <p:cNvSpPr/>
            <p:nvPr/>
          </p:nvSpPr>
          <p:spPr>
            <a:xfrm>
              <a:off x="4587874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CBA7D296-8011-3D95-0346-6FAF3D1BB51D}"/>
                </a:ext>
              </a:extLst>
            </p:cNvPr>
            <p:cNvSpPr/>
            <p:nvPr/>
          </p:nvSpPr>
          <p:spPr>
            <a:xfrm>
              <a:off x="5268911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CD1AE0F8-A60C-CD5F-7AB6-4641939F896B}"/>
                </a:ext>
              </a:extLst>
            </p:cNvPr>
            <p:cNvSpPr/>
            <p:nvPr/>
          </p:nvSpPr>
          <p:spPr>
            <a:xfrm>
              <a:off x="5949948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7649378D-BA14-AFB0-D229-19B6B599CF95}"/>
                </a:ext>
              </a:extLst>
            </p:cNvPr>
            <p:cNvSpPr/>
            <p:nvPr/>
          </p:nvSpPr>
          <p:spPr>
            <a:xfrm>
              <a:off x="6630985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9" name="타원 118">
            <a:extLst>
              <a:ext uri="{FF2B5EF4-FFF2-40B4-BE49-F238E27FC236}">
                <a16:creationId xmlns:a16="http://schemas.microsoft.com/office/drawing/2014/main" id="{D3437CE1-0C74-2B8C-3632-BEA64EEAD5F2}"/>
              </a:ext>
            </a:extLst>
          </p:cNvPr>
          <p:cNvSpPr/>
          <p:nvPr/>
        </p:nvSpPr>
        <p:spPr>
          <a:xfrm>
            <a:off x="6707936" y="3119930"/>
            <a:ext cx="403894" cy="40389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511A5253-3FC2-1502-05CF-9ABFA4AAD1FD}"/>
              </a:ext>
            </a:extLst>
          </p:cNvPr>
          <p:cNvSpPr/>
          <p:nvPr/>
        </p:nvSpPr>
        <p:spPr>
          <a:xfrm>
            <a:off x="10313653" y="1660964"/>
            <a:ext cx="403894" cy="40389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2" name="화살표: 위로 굽음 121">
            <a:extLst>
              <a:ext uri="{FF2B5EF4-FFF2-40B4-BE49-F238E27FC236}">
                <a16:creationId xmlns:a16="http://schemas.microsoft.com/office/drawing/2014/main" id="{5BF370DA-8FA7-4B04-9D7A-39312E9CE33A}"/>
              </a:ext>
            </a:extLst>
          </p:cNvPr>
          <p:cNvSpPr/>
          <p:nvPr/>
        </p:nvSpPr>
        <p:spPr>
          <a:xfrm rot="10800000" flipH="1">
            <a:off x="8810625" y="3782069"/>
            <a:ext cx="607859" cy="558422"/>
          </a:xfrm>
          <a:prstGeom prst="bentUp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화살표: 오른쪽 123">
            <a:extLst>
              <a:ext uri="{FF2B5EF4-FFF2-40B4-BE49-F238E27FC236}">
                <a16:creationId xmlns:a16="http://schemas.microsoft.com/office/drawing/2014/main" id="{A0B677D3-1684-B209-B21F-BAC633D22A08}"/>
              </a:ext>
            </a:extLst>
          </p:cNvPr>
          <p:cNvSpPr/>
          <p:nvPr/>
        </p:nvSpPr>
        <p:spPr>
          <a:xfrm rot="16200000">
            <a:off x="8081203" y="2380491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7" name="화살표: 오른쪽 126">
            <a:extLst>
              <a:ext uri="{FF2B5EF4-FFF2-40B4-BE49-F238E27FC236}">
                <a16:creationId xmlns:a16="http://schemas.microsoft.com/office/drawing/2014/main" id="{410544AF-14FA-2E6E-9E80-F3CED058CEBF}"/>
              </a:ext>
            </a:extLst>
          </p:cNvPr>
          <p:cNvSpPr/>
          <p:nvPr/>
        </p:nvSpPr>
        <p:spPr>
          <a:xfrm>
            <a:off x="7361332" y="3124613"/>
            <a:ext cx="528909" cy="427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DAEF808-B859-F785-18ED-8BB99D6ECFE1}"/>
              </a:ext>
            </a:extLst>
          </p:cNvPr>
          <p:cNvSpPr txBox="1"/>
          <p:nvPr/>
        </p:nvSpPr>
        <p:spPr>
          <a:xfrm>
            <a:off x="2598501" y="1031510"/>
            <a:ext cx="60785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문제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9E12127-CFAC-2A52-9B98-F24961F4FF48}"/>
              </a:ext>
            </a:extLst>
          </p:cNvPr>
          <p:cNvSpPr txBox="1"/>
          <p:nvPr/>
        </p:nvSpPr>
        <p:spPr>
          <a:xfrm>
            <a:off x="8419093" y="1030316"/>
            <a:ext cx="60785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정답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2" name="화살표: 오른쪽 131">
            <a:extLst>
              <a:ext uri="{FF2B5EF4-FFF2-40B4-BE49-F238E27FC236}">
                <a16:creationId xmlns:a16="http://schemas.microsoft.com/office/drawing/2014/main" id="{4F6552B2-0514-5551-3CE1-EBF4A4025C4C}"/>
              </a:ext>
            </a:extLst>
          </p:cNvPr>
          <p:cNvSpPr/>
          <p:nvPr/>
        </p:nvSpPr>
        <p:spPr>
          <a:xfrm>
            <a:off x="5486400" y="3305175"/>
            <a:ext cx="723900" cy="7747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왼쪽/오른쪽/위쪽 17">
            <a:extLst>
              <a:ext uri="{FF2B5EF4-FFF2-40B4-BE49-F238E27FC236}">
                <a16:creationId xmlns:a16="http://schemas.microsoft.com/office/drawing/2014/main" id="{B152BD13-B5DD-CE46-83CA-7867C99DACD5}"/>
              </a:ext>
            </a:extLst>
          </p:cNvPr>
          <p:cNvSpPr/>
          <p:nvPr/>
        </p:nvSpPr>
        <p:spPr>
          <a:xfrm rot="16200000">
            <a:off x="10239375" y="4514977"/>
            <a:ext cx="552450" cy="461339"/>
          </a:xfrm>
          <a:prstGeom prst="leftRightUp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EF982B82-07EF-D85C-7AE4-73AA01C3ED67}"/>
              </a:ext>
            </a:extLst>
          </p:cNvPr>
          <p:cNvSpPr/>
          <p:nvPr/>
        </p:nvSpPr>
        <p:spPr>
          <a:xfrm>
            <a:off x="9545525" y="4563348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77F59087-2DE5-A59A-D1F0-0F9734B55FAA}"/>
              </a:ext>
            </a:extLst>
          </p:cNvPr>
          <p:cNvSpPr/>
          <p:nvPr/>
        </p:nvSpPr>
        <p:spPr>
          <a:xfrm rot="16200000">
            <a:off x="10305107" y="3836246"/>
            <a:ext cx="528909" cy="427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2C6D1D97-1259-A667-DA02-5DB9F02456AC}"/>
              </a:ext>
            </a:extLst>
          </p:cNvPr>
          <p:cNvSpPr/>
          <p:nvPr/>
        </p:nvSpPr>
        <p:spPr>
          <a:xfrm rot="16200000">
            <a:off x="10305108" y="3135492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화살표: 위로 굽음 49">
            <a:extLst>
              <a:ext uri="{FF2B5EF4-FFF2-40B4-BE49-F238E27FC236}">
                <a16:creationId xmlns:a16="http://schemas.microsoft.com/office/drawing/2014/main" id="{52B25084-0F39-27EE-A9B3-840ADB7A7A4A}"/>
              </a:ext>
            </a:extLst>
          </p:cNvPr>
          <p:cNvSpPr/>
          <p:nvPr/>
        </p:nvSpPr>
        <p:spPr>
          <a:xfrm rot="5400000" flipH="1">
            <a:off x="8154638" y="1607169"/>
            <a:ext cx="528909" cy="528908"/>
          </a:xfrm>
          <a:prstGeom prst="bentUpArrow">
            <a:avLst>
              <a:gd name="adj1" fmla="val 25000"/>
              <a:gd name="adj2" fmla="val 25600"/>
              <a:gd name="adj3" fmla="val 25000"/>
            </a:avLst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왼쪽/오른쪽/위쪽/아래쪽 2">
            <a:extLst>
              <a:ext uri="{FF2B5EF4-FFF2-40B4-BE49-F238E27FC236}">
                <a16:creationId xmlns:a16="http://schemas.microsoft.com/office/drawing/2014/main" id="{94C5B50D-134C-8EE6-6320-3CF1D1D9EFA4}"/>
              </a:ext>
            </a:extLst>
          </p:cNvPr>
          <p:cNvSpPr/>
          <p:nvPr/>
        </p:nvSpPr>
        <p:spPr>
          <a:xfrm>
            <a:off x="8047146" y="3025964"/>
            <a:ext cx="628532" cy="594587"/>
          </a:xfrm>
          <a:prstGeom prst="quad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9A5B47F-7B5D-179D-300B-8B83B446B475}"/>
              </a:ext>
            </a:extLst>
          </p:cNvPr>
          <p:cNvSpPr/>
          <p:nvPr/>
        </p:nvSpPr>
        <p:spPr>
          <a:xfrm>
            <a:off x="10313653" y="5284982"/>
            <a:ext cx="403894" cy="40389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화살표: 왼쪽/오른쪽/위쪽 4">
            <a:extLst>
              <a:ext uri="{FF2B5EF4-FFF2-40B4-BE49-F238E27FC236}">
                <a16:creationId xmlns:a16="http://schemas.microsoft.com/office/drawing/2014/main" id="{FDCF9DBA-45D9-5501-259D-368D2446623E}"/>
              </a:ext>
            </a:extLst>
          </p:cNvPr>
          <p:cNvSpPr/>
          <p:nvPr/>
        </p:nvSpPr>
        <p:spPr>
          <a:xfrm rot="16200000">
            <a:off x="10239376" y="2373523"/>
            <a:ext cx="552450" cy="461339"/>
          </a:xfrm>
          <a:prstGeom prst="leftRight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위로 굽음 5">
            <a:extLst>
              <a:ext uri="{FF2B5EF4-FFF2-40B4-BE49-F238E27FC236}">
                <a16:creationId xmlns:a16="http://schemas.microsoft.com/office/drawing/2014/main" id="{EB849DC9-BA32-B5EA-D048-ED162759AC77}"/>
              </a:ext>
            </a:extLst>
          </p:cNvPr>
          <p:cNvSpPr/>
          <p:nvPr/>
        </p:nvSpPr>
        <p:spPr>
          <a:xfrm flipV="1">
            <a:off x="8840909" y="1635140"/>
            <a:ext cx="552450" cy="552451"/>
          </a:xfrm>
          <a:prstGeom prst="bent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BA065E7B-286B-77F6-FC3B-370CB9909AE8}"/>
              </a:ext>
            </a:extLst>
          </p:cNvPr>
          <p:cNvSpPr/>
          <p:nvPr/>
        </p:nvSpPr>
        <p:spPr>
          <a:xfrm>
            <a:off x="9565821" y="2390224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위로 굽음 11">
            <a:extLst>
              <a:ext uri="{FF2B5EF4-FFF2-40B4-BE49-F238E27FC236}">
                <a16:creationId xmlns:a16="http://schemas.microsoft.com/office/drawing/2014/main" id="{0EBCD90A-18F8-4FB7-E5E2-E28F1194C047}"/>
              </a:ext>
            </a:extLst>
          </p:cNvPr>
          <p:cNvSpPr/>
          <p:nvPr/>
        </p:nvSpPr>
        <p:spPr>
          <a:xfrm rot="5400000">
            <a:off x="8124531" y="3769262"/>
            <a:ext cx="552450" cy="558422"/>
          </a:xfrm>
          <a:prstGeom prst="bent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왼쪽/오른쪽/위쪽 12">
            <a:extLst>
              <a:ext uri="{FF2B5EF4-FFF2-40B4-BE49-F238E27FC236}">
                <a16:creationId xmlns:a16="http://schemas.microsoft.com/office/drawing/2014/main" id="{E87C752C-3B96-20FE-EFC9-03F6881EA0E2}"/>
              </a:ext>
            </a:extLst>
          </p:cNvPr>
          <p:cNvSpPr/>
          <p:nvPr/>
        </p:nvSpPr>
        <p:spPr>
          <a:xfrm rot="5400000">
            <a:off x="8840909" y="2373524"/>
            <a:ext cx="552450" cy="461339"/>
          </a:xfrm>
          <a:prstGeom prst="leftRightUp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위로 굽음 13">
            <a:extLst>
              <a:ext uri="{FF2B5EF4-FFF2-40B4-BE49-F238E27FC236}">
                <a16:creationId xmlns:a16="http://schemas.microsoft.com/office/drawing/2014/main" id="{5FB2C750-DFAC-4088-D221-1910FBEA86AA}"/>
              </a:ext>
            </a:extLst>
          </p:cNvPr>
          <p:cNvSpPr/>
          <p:nvPr/>
        </p:nvSpPr>
        <p:spPr>
          <a:xfrm>
            <a:off x="8795354" y="2994126"/>
            <a:ext cx="552450" cy="558422"/>
          </a:xfrm>
          <a:prstGeom prst="bent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위로 굽음 15">
            <a:extLst>
              <a:ext uri="{FF2B5EF4-FFF2-40B4-BE49-F238E27FC236}">
                <a16:creationId xmlns:a16="http://schemas.microsoft.com/office/drawing/2014/main" id="{6C1C6D4D-2910-A46A-1545-2633877CAE33}"/>
              </a:ext>
            </a:extLst>
          </p:cNvPr>
          <p:cNvSpPr/>
          <p:nvPr/>
        </p:nvSpPr>
        <p:spPr>
          <a:xfrm rot="5400000">
            <a:off x="8863048" y="4497694"/>
            <a:ext cx="552450" cy="558422"/>
          </a:xfrm>
          <a:prstGeom prst="bent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71FB00B-EC9D-8C13-F28C-ACC87B7CB3B5}"/>
              </a:ext>
            </a:extLst>
          </p:cNvPr>
          <p:cNvGrpSpPr/>
          <p:nvPr/>
        </p:nvGrpSpPr>
        <p:grpSpPr>
          <a:xfrm>
            <a:off x="731808" y="1499066"/>
            <a:ext cx="4337050" cy="4337050"/>
            <a:chOff x="3225800" y="2252665"/>
            <a:chExt cx="4086222" cy="4086222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35D904C-F399-673F-AD5B-BAF16055B3B1}"/>
                </a:ext>
              </a:extLst>
            </p:cNvPr>
            <p:cNvSpPr/>
            <p:nvPr/>
          </p:nvSpPr>
          <p:spPr>
            <a:xfrm>
              <a:off x="3225800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4DE9450-AF89-D5C5-352A-2DDD52631649}"/>
                </a:ext>
              </a:extLst>
            </p:cNvPr>
            <p:cNvSpPr/>
            <p:nvPr/>
          </p:nvSpPr>
          <p:spPr>
            <a:xfrm>
              <a:off x="3906837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67839F69-CD09-9D24-31C4-5C8340840165}"/>
                </a:ext>
              </a:extLst>
            </p:cNvPr>
            <p:cNvSpPr/>
            <p:nvPr/>
          </p:nvSpPr>
          <p:spPr>
            <a:xfrm>
              <a:off x="4587874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C348D88-06E0-8BEE-A615-E750C093757E}"/>
                </a:ext>
              </a:extLst>
            </p:cNvPr>
            <p:cNvSpPr/>
            <p:nvPr/>
          </p:nvSpPr>
          <p:spPr>
            <a:xfrm>
              <a:off x="5268911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E9EBC0E-0991-5189-8B4C-73FC53E4D82B}"/>
                </a:ext>
              </a:extLst>
            </p:cNvPr>
            <p:cNvSpPr/>
            <p:nvPr/>
          </p:nvSpPr>
          <p:spPr>
            <a:xfrm>
              <a:off x="5949948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FD04E76-5CA3-06A9-6039-E05ED1DC4598}"/>
                </a:ext>
              </a:extLst>
            </p:cNvPr>
            <p:cNvSpPr/>
            <p:nvPr/>
          </p:nvSpPr>
          <p:spPr>
            <a:xfrm>
              <a:off x="6630985" y="5657850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3BCA686F-74BC-1B2E-BFD0-3C18DBD833B6}"/>
                </a:ext>
              </a:extLst>
            </p:cNvPr>
            <p:cNvSpPr/>
            <p:nvPr/>
          </p:nvSpPr>
          <p:spPr>
            <a:xfrm>
              <a:off x="3225800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3D37A57-EE06-E010-3A19-12961FC6FD17}"/>
                </a:ext>
              </a:extLst>
            </p:cNvPr>
            <p:cNvSpPr/>
            <p:nvPr/>
          </p:nvSpPr>
          <p:spPr>
            <a:xfrm>
              <a:off x="3906837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6834B81-DBB0-42BF-FCE2-DE053220D2BD}"/>
                </a:ext>
              </a:extLst>
            </p:cNvPr>
            <p:cNvSpPr/>
            <p:nvPr/>
          </p:nvSpPr>
          <p:spPr>
            <a:xfrm>
              <a:off x="4587874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7D8FD03-507A-71A9-F22C-D7298F3816EB}"/>
                </a:ext>
              </a:extLst>
            </p:cNvPr>
            <p:cNvSpPr/>
            <p:nvPr/>
          </p:nvSpPr>
          <p:spPr>
            <a:xfrm>
              <a:off x="5268911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C214A7D2-40EA-0D61-892D-AE770189BEE9}"/>
                </a:ext>
              </a:extLst>
            </p:cNvPr>
            <p:cNvSpPr/>
            <p:nvPr/>
          </p:nvSpPr>
          <p:spPr>
            <a:xfrm>
              <a:off x="5949948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5B801433-8A4B-1432-B95C-6262C0D1E415}"/>
                </a:ext>
              </a:extLst>
            </p:cNvPr>
            <p:cNvSpPr/>
            <p:nvPr/>
          </p:nvSpPr>
          <p:spPr>
            <a:xfrm>
              <a:off x="6630985" y="4976813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8E208F24-24A5-333E-D6B7-138E08E5EA12}"/>
                </a:ext>
              </a:extLst>
            </p:cNvPr>
            <p:cNvSpPr/>
            <p:nvPr/>
          </p:nvSpPr>
          <p:spPr>
            <a:xfrm>
              <a:off x="3225800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94B5ABE-DF97-E54B-ECB2-4A629D8EDCB0}"/>
                </a:ext>
              </a:extLst>
            </p:cNvPr>
            <p:cNvSpPr/>
            <p:nvPr/>
          </p:nvSpPr>
          <p:spPr>
            <a:xfrm>
              <a:off x="3906837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2CE845DB-F336-64EF-8041-2DF20ECC33DA}"/>
                </a:ext>
              </a:extLst>
            </p:cNvPr>
            <p:cNvSpPr/>
            <p:nvPr/>
          </p:nvSpPr>
          <p:spPr>
            <a:xfrm>
              <a:off x="4587874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95A35198-3BEC-2EDB-F708-3D8B7E8896BD}"/>
                </a:ext>
              </a:extLst>
            </p:cNvPr>
            <p:cNvSpPr/>
            <p:nvPr/>
          </p:nvSpPr>
          <p:spPr>
            <a:xfrm>
              <a:off x="5268911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F53C3372-030A-8606-11F0-8D1363F2A8B6}"/>
                </a:ext>
              </a:extLst>
            </p:cNvPr>
            <p:cNvSpPr/>
            <p:nvPr/>
          </p:nvSpPr>
          <p:spPr>
            <a:xfrm>
              <a:off x="5949948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8D21242C-CB08-BE98-7440-F0248E245600}"/>
                </a:ext>
              </a:extLst>
            </p:cNvPr>
            <p:cNvSpPr/>
            <p:nvPr/>
          </p:nvSpPr>
          <p:spPr>
            <a:xfrm>
              <a:off x="6630985" y="4295776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711A763A-4322-0AF0-BC87-6AF58FAAF86E}"/>
                </a:ext>
              </a:extLst>
            </p:cNvPr>
            <p:cNvSpPr/>
            <p:nvPr/>
          </p:nvSpPr>
          <p:spPr>
            <a:xfrm>
              <a:off x="3225800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AD1285BB-49D8-3B8F-8B4C-3662C203C3D6}"/>
                </a:ext>
              </a:extLst>
            </p:cNvPr>
            <p:cNvSpPr/>
            <p:nvPr/>
          </p:nvSpPr>
          <p:spPr>
            <a:xfrm>
              <a:off x="3906837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A12C6E13-99D5-9572-B33B-E42E0AAC57D3}"/>
                </a:ext>
              </a:extLst>
            </p:cNvPr>
            <p:cNvSpPr/>
            <p:nvPr/>
          </p:nvSpPr>
          <p:spPr>
            <a:xfrm>
              <a:off x="4587874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B77EBF19-03C7-9DBD-583F-8A7398E610B0}"/>
                </a:ext>
              </a:extLst>
            </p:cNvPr>
            <p:cNvSpPr/>
            <p:nvPr/>
          </p:nvSpPr>
          <p:spPr>
            <a:xfrm>
              <a:off x="5268911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0CCC17C6-E1D9-ABCE-6B28-9DAEE79DB91C}"/>
                </a:ext>
              </a:extLst>
            </p:cNvPr>
            <p:cNvSpPr/>
            <p:nvPr/>
          </p:nvSpPr>
          <p:spPr>
            <a:xfrm>
              <a:off x="5949948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0ADC4586-7FDF-0675-BAAA-239D1734AA48}"/>
                </a:ext>
              </a:extLst>
            </p:cNvPr>
            <p:cNvSpPr/>
            <p:nvPr/>
          </p:nvSpPr>
          <p:spPr>
            <a:xfrm>
              <a:off x="6630985" y="3614739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CA10CE0-3935-7DEB-B924-564FD59387E1}"/>
                </a:ext>
              </a:extLst>
            </p:cNvPr>
            <p:cNvSpPr/>
            <p:nvPr/>
          </p:nvSpPr>
          <p:spPr>
            <a:xfrm>
              <a:off x="3225800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C7DFE036-B2D2-345D-1CBF-178610DA99B7}"/>
                </a:ext>
              </a:extLst>
            </p:cNvPr>
            <p:cNvSpPr/>
            <p:nvPr/>
          </p:nvSpPr>
          <p:spPr>
            <a:xfrm>
              <a:off x="3906837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7A28175F-4E65-D5DC-76B2-8EF103FD55AE}"/>
                </a:ext>
              </a:extLst>
            </p:cNvPr>
            <p:cNvSpPr/>
            <p:nvPr/>
          </p:nvSpPr>
          <p:spPr>
            <a:xfrm>
              <a:off x="4587874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27282AB1-E597-6A2D-20CF-7BEA1983B2CC}"/>
                </a:ext>
              </a:extLst>
            </p:cNvPr>
            <p:cNvSpPr/>
            <p:nvPr/>
          </p:nvSpPr>
          <p:spPr>
            <a:xfrm>
              <a:off x="5268911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0D208217-9C99-A5E2-A717-8841B2DDCE5E}"/>
                </a:ext>
              </a:extLst>
            </p:cNvPr>
            <p:cNvSpPr/>
            <p:nvPr/>
          </p:nvSpPr>
          <p:spPr>
            <a:xfrm>
              <a:off x="5949948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01110400-68FA-542E-8009-275FA4E7FAEF}"/>
                </a:ext>
              </a:extLst>
            </p:cNvPr>
            <p:cNvSpPr/>
            <p:nvPr/>
          </p:nvSpPr>
          <p:spPr>
            <a:xfrm>
              <a:off x="6630985" y="2933702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332BF461-5EA6-A6E8-747E-A9A8B08F3B0D}"/>
                </a:ext>
              </a:extLst>
            </p:cNvPr>
            <p:cNvSpPr/>
            <p:nvPr/>
          </p:nvSpPr>
          <p:spPr>
            <a:xfrm>
              <a:off x="3225800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B100D5D8-33B3-B515-5EBB-97381E5CB904}"/>
                </a:ext>
              </a:extLst>
            </p:cNvPr>
            <p:cNvSpPr/>
            <p:nvPr/>
          </p:nvSpPr>
          <p:spPr>
            <a:xfrm>
              <a:off x="3906837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42D975A4-8708-39C8-8FD6-E48106546903}"/>
                </a:ext>
              </a:extLst>
            </p:cNvPr>
            <p:cNvSpPr/>
            <p:nvPr/>
          </p:nvSpPr>
          <p:spPr>
            <a:xfrm>
              <a:off x="4587874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5498F852-695F-4D14-6D15-D74E2E62675C}"/>
                </a:ext>
              </a:extLst>
            </p:cNvPr>
            <p:cNvSpPr/>
            <p:nvPr/>
          </p:nvSpPr>
          <p:spPr>
            <a:xfrm>
              <a:off x="5268911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2091551C-E5D7-5C3C-3702-BF705CFCD0C9}"/>
                </a:ext>
              </a:extLst>
            </p:cNvPr>
            <p:cNvSpPr/>
            <p:nvPr/>
          </p:nvSpPr>
          <p:spPr>
            <a:xfrm>
              <a:off x="5949948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26FE099-2DA1-FE73-3D26-D2B126BB1ED6}"/>
                </a:ext>
              </a:extLst>
            </p:cNvPr>
            <p:cNvSpPr/>
            <p:nvPr/>
          </p:nvSpPr>
          <p:spPr>
            <a:xfrm>
              <a:off x="6630985" y="2252665"/>
              <a:ext cx="681037" cy="68103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2" name="타원 61">
            <a:extLst>
              <a:ext uri="{FF2B5EF4-FFF2-40B4-BE49-F238E27FC236}">
                <a16:creationId xmlns:a16="http://schemas.microsoft.com/office/drawing/2014/main" id="{7E2AB80B-434F-B59E-BCAB-BBCBD658BA9A}"/>
              </a:ext>
            </a:extLst>
          </p:cNvPr>
          <p:cNvSpPr/>
          <p:nvPr/>
        </p:nvSpPr>
        <p:spPr>
          <a:xfrm>
            <a:off x="866871" y="3119930"/>
            <a:ext cx="403894" cy="40389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3D71FE6B-8A32-F51B-03D4-312E7926861C}"/>
              </a:ext>
            </a:extLst>
          </p:cNvPr>
          <p:cNvSpPr/>
          <p:nvPr/>
        </p:nvSpPr>
        <p:spPr>
          <a:xfrm>
            <a:off x="4472588" y="1660964"/>
            <a:ext cx="403894" cy="40389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4" name="화살표: 위로 굽음 63">
            <a:extLst>
              <a:ext uri="{FF2B5EF4-FFF2-40B4-BE49-F238E27FC236}">
                <a16:creationId xmlns:a16="http://schemas.microsoft.com/office/drawing/2014/main" id="{1D28FF63-20A9-0D40-98F9-43FC3F175E44}"/>
              </a:ext>
            </a:extLst>
          </p:cNvPr>
          <p:cNvSpPr/>
          <p:nvPr/>
        </p:nvSpPr>
        <p:spPr>
          <a:xfrm rot="10800000" flipH="1">
            <a:off x="2969560" y="3782069"/>
            <a:ext cx="607859" cy="558422"/>
          </a:xfrm>
          <a:prstGeom prst="bentUp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화살표: 오른쪽 64">
            <a:extLst>
              <a:ext uri="{FF2B5EF4-FFF2-40B4-BE49-F238E27FC236}">
                <a16:creationId xmlns:a16="http://schemas.microsoft.com/office/drawing/2014/main" id="{E13A696A-8394-7BDC-8791-B7FBA6D685AA}"/>
              </a:ext>
            </a:extLst>
          </p:cNvPr>
          <p:cNvSpPr/>
          <p:nvPr/>
        </p:nvSpPr>
        <p:spPr>
          <a:xfrm rot="16200000">
            <a:off x="2240138" y="2380491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6" name="화살표: 오른쪽 65">
            <a:extLst>
              <a:ext uri="{FF2B5EF4-FFF2-40B4-BE49-F238E27FC236}">
                <a16:creationId xmlns:a16="http://schemas.microsoft.com/office/drawing/2014/main" id="{A6E496E6-4B27-6F78-7412-643A5CAF3FC4}"/>
              </a:ext>
            </a:extLst>
          </p:cNvPr>
          <p:cNvSpPr/>
          <p:nvPr/>
        </p:nvSpPr>
        <p:spPr>
          <a:xfrm rot="5400000">
            <a:off x="1520267" y="3124613"/>
            <a:ext cx="528909" cy="427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화살표: 왼쪽/오른쪽/위쪽 66">
            <a:extLst>
              <a:ext uri="{FF2B5EF4-FFF2-40B4-BE49-F238E27FC236}">
                <a16:creationId xmlns:a16="http://schemas.microsoft.com/office/drawing/2014/main" id="{F8D3B00A-F8AD-AEAF-F01B-905136AAECB6}"/>
              </a:ext>
            </a:extLst>
          </p:cNvPr>
          <p:cNvSpPr/>
          <p:nvPr/>
        </p:nvSpPr>
        <p:spPr>
          <a:xfrm rot="16200000">
            <a:off x="4398310" y="4514977"/>
            <a:ext cx="552450" cy="461339"/>
          </a:xfrm>
          <a:prstGeom prst="leftRightUp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화살표: 오른쪽 67">
            <a:extLst>
              <a:ext uri="{FF2B5EF4-FFF2-40B4-BE49-F238E27FC236}">
                <a16:creationId xmlns:a16="http://schemas.microsoft.com/office/drawing/2014/main" id="{6475087E-1147-42C4-AC84-987A20EEBE47}"/>
              </a:ext>
            </a:extLst>
          </p:cNvPr>
          <p:cNvSpPr/>
          <p:nvPr/>
        </p:nvSpPr>
        <p:spPr>
          <a:xfrm>
            <a:off x="3704460" y="4563348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9" name="화살표: 오른쪽 68">
            <a:extLst>
              <a:ext uri="{FF2B5EF4-FFF2-40B4-BE49-F238E27FC236}">
                <a16:creationId xmlns:a16="http://schemas.microsoft.com/office/drawing/2014/main" id="{341C3B7C-E51D-CAC0-B608-2BAC95B21711}"/>
              </a:ext>
            </a:extLst>
          </p:cNvPr>
          <p:cNvSpPr/>
          <p:nvPr/>
        </p:nvSpPr>
        <p:spPr>
          <a:xfrm>
            <a:off x="4464042" y="3836246"/>
            <a:ext cx="528909" cy="427935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화살표: 오른쪽 69">
            <a:extLst>
              <a:ext uri="{FF2B5EF4-FFF2-40B4-BE49-F238E27FC236}">
                <a16:creationId xmlns:a16="http://schemas.microsoft.com/office/drawing/2014/main" id="{F28CD7A7-7CCE-0AE7-711D-4004E5C7908A}"/>
              </a:ext>
            </a:extLst>
          </p:cNvPr>
          <p:cNvSpPr/>
          <p:nvPr/>
        </p:nvSpPr>
        <p:spPr>
          <a:xfrm rot="16200000">
            <a:off x="4464043" y="3135492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화살표: 위로 굽음 70">
            <a:extLst>
              <a:ext uri="{FF2B5EF4-FFF2-40B4-BE49-F238E27FC236}">
                <a16:creationId xmlns:a16="http://schemas.microsoft.com/office/drawing/2014/main" id="{7F36CE42-A10A-2093-0D4B-57A07B5607AA}"/>
              </a:ext>
            </a:extLst>
          </p:cNvPr>
          <p:cNvSpPr/>
          <p:nvPr/>
        </p:nvSpPr>
        <p:spPr>
          <a:xfrm rot="5400000" flipH="1">
            <a:off x="2313573" y="1607169"/>
            <a:ext cx="528909" cy="528908"/>
          </a:xfrm>
          <a:prstGeom prst="bentUpArrow">
            <a:avLst>
              <a:gd name="adj1" fmla="val 25000"/>
              <a:gd name="adj2" fmla="val 25600"/>
              <a:gd name="adj3" fmla="val 25000"/>
            </a:avLst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화살표: 왼쪽/오른쪽/위쪽/아래쪽 71">
            <a:extLst>
              <a:ext uri="{FF2B5EF4-FFF2-40B4-BE49-F238E27FC236}">
                <a16:creationId xmlns:a16="http://schemas.microsoft.com/office/drawing/2014/main" id="{E785C7ED-00C7-55FB-BB56-12D969271CF4}"/>
              </a:ext>
            </a:extLst>
          </p:cNvPr>
          <p:cNvSpPr/>
          <p:nvPr/>
        </p:nvSpPr>
        <p:spPr>
          <a:xfrm>
            <a:off x="2206081" y="3025964"/>
            <a:ext cx="628532" cy="594587"/>
          </a:xfrm>
          <a:prstGeom prst="quad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C830B9D-23A3-0D38-A4B1-AB4DFEAB57D2}"/>
              </a:ext>
            </a:extLst>
          </p:cNvPr>
          <p:cNvSpPr/>
          <p:nvPr/>
        </p:nvSpPr>
        <p:spPr>
          <a:xfrm>
            <a:off x="4472588" y="5284982"/>
            <a:ext cx="403894" cy="403894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4" name="화살표: 왼쪽/오른쪽/위쪽 73">
            <a:extLst>
              <a:ext uri="{FF2B5EF4-FFF2-40B4-BE49-F238E27FC236}">
                <a16:creationId xmlns:a16="http://schemas.microsoft.com/office/drawing/2014/main" id="{03DFC602-20CF-6806-D6C0-F0D34A42EF72}"/>
              </a:ext>
            </a:extLst>
          </p:cNvPr>
          <p:cNvSpPr/>
          <p:nvPr/>
        </p:nvSpPr>
        <p:spPr>
          <a:xfrm>
            <a:off x="4443865" y="2373521"/>
            <a:ext cx="552450" cy="461339"/>
          </a:xfrm>
          <a:prstGeom prst="leftRight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화살표: 위로 굽음 74">
            <a:extLst>
              <a:ext uri="{FF2B5EF4-FFF2-40B4-BE49-F238E27FC236}">
                <a16:creationId xmlns:a16="http://schemas.microsoft.com/office/drawing/2014/main" id="{56B3B3DB-6BE8-7DE5-0169-25B34A029DF4}"/>
              </a:ext>
            </a:extLst>
          </p:cNvPr>
          <p:cNvSpPr/>
          <p:nvPr/>
        </p:nvSpPr>
        <p:spPr>
          <a:xfrm rot="16200000" flipV="1">
            <a:off x="3042288" y="1586685"/>
            <a:ext cx="552450" cy="552451"/>
          </a:xfrm>
          <a:prstGeom prst="bent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화살표: 오른쪽 75">
            <a:extLst>
              <a:ext uri="{FF2B5EF4-FFF2-40B4-BE49-F238E27FC236}">
                <a16:creationId xmlns:a16="http://schemas.microsoft.com/office/drawing/2014/main" id="{D1C32609-BC51-4ECC-B72D-CDD1932F0520}"/>
              </a:ext>
            </a:extLst>
          </p:cNvPr>
          <p:cNvSpPr/>
          <p:nvPr/>
        </p:nvSpPr>
        <p:spPr>
          <a:xfrm>
            <a:off x="3724756" y="2390224"/>
            <a:ext cx="528909" cy="427935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화살표: 위로 굽음 76">
            <a:extLst>
              <a:ext uri="{FF2B5EF4-FFF2-40B4-BE49-F238E27FC236}">
                <a16:creationId xmlns:a16="http://schemas.microsoft.com/office/drawing/2014/main" id="{931CEBAB-93D4-7502-7F2C-A993E980E4A3}"/>
              </a:ext>
            </a:extLst>
          </p:cNvPr>
          <p:cNvSpPr/>
          <p:nvPr/>
        </p:nvSpPr>
        <p:spPr>
          <a:xfrm rot="10800000">
            <a:off x="2283466" y="3769262"/>
            <a:ext cx="552450" cy="558422"/>
          </a:xfrm>
          <a:prstGeom prst="bent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화살표: 왼쪽/오른쪽/위쪽 77">
            <a:extLst>
              <a:ext uri="{FF2B5EF4-FFF2-40B4-BE49-F238E27FC236}">
                <a16:creationId xmlns:a16="http://schemas.microsoft.com/office/drawing/2014/main" id="{EA3C58CB-50C0-BACD-DD15-139AAD791F00}"/>
              </a:ext>
            </a:extLst>
          </p:cNvPr>
          <p:cNvSpPr/>
          <p:nvPr/>
        </p:nvSpPr>
        <p:spPr>
          <a:xfrm rot="5400000">
            <a:off x="2999844" y="2373524"/>
            <a:ext cx="552450" cy="461339"/>
          </a:xfrm>
          <a:prstGeom prst="leftRightUp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화살표: 위로 굽음 78">
            <a:extLst>
              <a:ext uri="{FF2B5EF4-FFF2-40B4-BE49-F238E27FC236}">
                <a16:creationId xmlns:a16="http://schemas.microsoft.com/office/drawing/2014/main" id="{B08287EB-667A-DA3E-2FB7-3BA791FE5E34}"/>
              </a:ext>
            </a:extLst>
          </p:cNvPr>
          <p:cNvSpPr/>
          <p:nvPr/>
        </p:nvSpPr>
        <p:spPr>
          <a:xfrm rot="16200000">
            <a:off x="2954289" y="2994126"/>
            <a:ext cx="552450" cy="558422"/>
          </a:xfrm>
          <a:prstGeom prst="bent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화살표: 위로 굽음 79">
            <a:extLst>
              <a:ext uri="{FF2B5EF4-FFF2-40B4-BE49-F238E27FC236}">
                <a16:creationId xmlns:a16="http://schemas.microsoft.com/office/drawing/2014/main" id="{06761A2D-4BEE-9F1F-3F29-CC5D59CEF29F}"/>
              </a:ext>
            </a:extLst>
          </p:cNvPr>
          <p:cNvSpPr/>
          <p:nvPr/>
        </p:nvSpPr>
        <p:spPr>
          <a:xfrm rot="16200000">
            <a:off x="2930135" y="4497694"/>
            <a:ext cx="552450" cy="558422"/>
          </a:xfrm>
          <a:prstGeom prst="bent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189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27BFB-C584-80BE-F10E-534DC6670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CA9718-B83B-C4D1-C794-DE85CAF1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</a:t>
            </a:r>
            <a:r>
              <a:rPr lang="en-US" altLang="ko-KR" dirty="0"/>
              <a:t>_</a:t>
            </a:r>
            <a:r>
              <a:rPr lang="ko-KR" altLang="en-US" dirty="0"/>
              <a:t>요소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11101F5-5B56-ACE3-87C5-439B5A74737E}"/>
              </a:ext>
            </a:extLst>
          </p:cNvPr>
          <p:cNvGrpSpPr/>
          <p:nvPr/>
        </p:nvGrpSpPr>
        <p:grpSpPr>
          <a:xfrm rot="5400000">
            <a:off x="3693238" y="2057909"/>
            <a:ext cx="734068" cy="434348"/>
            <a:chOff x="5570368" y="3945671"/>
            <a:chExt cx="734068" cy="434348"/>
          </a:xfrm>
        </p:grpSpPr>
        <p:sp>
          <p:nvSpPr>
            <p:cNvPr id="22" name="화살표: 오른쪽 21">
              <a:extLst>
                <a:ext uri="{FF2B5EF4-FFF2-40B4-BE49-F238E27FC236}">
                  <a16:creationId xmlns:a16="http://schemas.microsoft.com/office/drawing/2014/main" id="{909FF66E-6462-3CC4-90DB-486ED9AA5F23}"/>
                </a:ext>
              </a:extLst>
            </p:cNvPr>
            <p:cNvSpPr/>
            <p:nvPr/>
          </p:nvSpPr>
          <p:spPr>
            <a:xfrm rot="10800000">
              <a:off x="5570368" y="4053272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55AD3B03-4AB9-80B2-E88C-B99BF507B5FC}"/>
                </a:ext>
              </a:extLst>
            </p:cNvPr>
            <p:cNvSpPr/>
            <p:nvPr/>
          </p:nvSpPr>
          <p:spPr>
            <a:xfrm>
              <a:off x="5980282" y="4053272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F3FC3460-DA4F-9FEE-0950-F2C8E9CB586B}"/>
                </a:ext>
              </a:extLst>
            </p:cNvPr>
            <p:cNvSpPr/>
            <p:nvPr/>
          </p:nvSpPr>
          <p:spPr>
            <a:xfrm>
              <a:off x="5720228" y="3945671"/>
              <a:ext cx="434348" cy="4343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9B2F2E9-24F1-7076-7DDF-E5CA20197F7F}"/>
              </a:ext>
            </a:extLst>
          </p:cNvPr>
          <p:cNvGrpSpPr/>
          <p:nvPr/>
        </p:nvGrpSpPr>
        <p:grpSpPr>
          <a:xfrm>
            <a:off x="1776377" y="2276903"/>
            <a:ext cx="769641" cy="772281"/>
            <a:chOff x="1464358" y="2902947"/>
            <a:chExt cx="704868" cy="681036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475A88F0-A134-EBE2-EB95-08DC3E27437F}"/>
                </a:ext>
              </a:extLst>
            </p:cNvPr>
            <p:cNvSpPr/>
            <p:nvPr/>
          </p:nvSpPr>
          <p:spPr>
            <a:xfrm>
              <a:off x="1464358" y="2902947"/>
              <a:ext cx="704868" cy="6810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E3349612-5D4B-8D30-D265-5D54871F43B0}"/>
                </a:ext>
              </a:extLst>
            </p:cNvPr>
            <p:cNvSpPr/>
            <p:nvPr/>
          </p:nvSpPr>
          <p:spPr>
            <a:xfrm>
              <a:off x="1586247" y="3020715"/>
              <a:ext cx="461089" cy="44549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FC15EE11-2A4D-73FE-F036-365EA118CF92}"/>
              </a:ext>
            </a:extLst>
          </p:cNvPr>
          <p:cNvGrpSpPr/>
          <p:nvPr/>
        </p:nvGrpSpPr>
        <p:grpSpPr>
          <a:xfrm rot="16200000">
            <a:off x="3168981" y="3049932"/>
            <a:ext cx="584208" cy="579394"/>
            <a:chOff x="7644711" y="3800625"/>
            <a:chExt cx="584208" cy="579394"/>
          </a:xfrm>
        </p:grpSpPr>
        <p:sp>
          <p:nvSpPr>
            <p:cNvPr id="27" name="화살표: 오른쪽 26">
              <a:extLst>
                <a:ext uri="{FF2B5EF4-FFF2-40B4-BE49-F238E27FC236}">
                  <a16:creationId xmlns:a16="http://schemas.microsoft.com/office/drawing/2014/main" id="{8D8F805C-8299-C457-7C5A-888160E5475A}"/>
                </a:ext>
              </a:extLst>
            </p:cNvPr>
            <p:cNvSpPr/>
            <p:nvPr/>
          </p:nvSpPr>
          <p:spPr>
            <a:xfrm rot="10800000">
              <a:off x="7644711" y="4053272"/>
              <a:ext cx="324154" cy="219143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화살표: 오른쪽 27">
              <a:extLst>
                <a:ext uri="{FF2B5EF4-FFF2-40B4-BE49-F238E27FC236}">
                  <a16:creationId xmlns:a16="http://schemas.microsoft.com/office/drawing/2014/main" id="{6458E744-8EEB-7C66-CE0C-7369D3F4AF2E}"/>
                </a:ext>
              </a:extLst>
            </p:cNvPr>
            <p:cNvSpPr/>
            <p:nvPr/>
          </p:nvSpPr>
          <p:spPr>
            <a:xfrm rot="16200000">
              <a:off x="7850442" y="3853130"/>
              <a:ext cx="324154" cy="219143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EE741320-6F2E-62D0-5993-2992174A78C5}"/>
                </a:ext>
              </a:extLst>
            </p:cNvPr>
            <p:cNvSpPr/>
            <p:nvPr/>
          </p:nvSpPr>
          <p:spPr>
            <a:xfrm>
              <a:off x="7794571" y="3945671"/>
              <a:ext cx="434348" cy="434348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1EBE5A1-F72B-D998-723F-1E0E81D9EA9C}"/>
              </a:ext>
            </a:extLst>
          </p:cNvPr>
          <p:cNvCxnSpPr>
            <a:cxnSpLocks/>
          </p:cNvCxnSpPr>
          <p:nvPr/>
        </p:nvCxnSpPr>
        <p:spPr>
          <a:xfrm>
            <a:off x="2761165" y="5045903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AD0D43E-90E8-A319-77F4-F8737DFFD236}"/>
              </a:ext>
            </a:extLst>
          </p:cNvPr>
          <p:cNvCxnSpPr>
            <a:cxnSpLocks/>
          </p:cNvCxnSpPr>
          <p:nvPr/>
        </p:nvCxnSpPr>
        <p:spPr>
          <a:xfrm rot="5400000">
            <a:off x="2929227" y="5880125"/>
            <a:ext cx="989616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FE74848-00EF-22AD-1F88-B1581C346592}"/>
              </a:ext>
            </a:extLst>
          </p:cNvPr>
          <p:cNvGrpSpPr/>
          <p:nvPr/>
        </p:nvGrpSpPr>
        <p:grpSpPr>
          <a:xfrm>
            <a:off x="1408006" y="3945671"/>
            <a:ext cx="772281" cy="772281"/>
            <a:chOff x="1464358" y="2902947"/>
            <a:chExt cx="704868" cy="68103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41C81A5F-DACF-19E3-9275-51BA64468D34}"/>
                </a:ext>
              </a:extLst>
            </p:cNvPr>
            <p:cNvSpPr/>
            <p:nvPr/>
          </p:nvSpPr>
          <p:spPr>
            <a:xfrm>
              <a:off x="1464358" y="2902947"/>
              <a:ext cx="704868" cy="6810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325A168-5761-64F7-8E27-4B9E87BD49CC}"/>
                </a:ext>
              </a:extLst>
            </p:cNvPr>
            <p:cNvSpPr/>
            <p:nvPr/>
          </p:nvSpPr>
          <p:spPr>
            <a:xfrm>
              <a:off x="1586247" y="3020716"/>
              <a:ext cx="461089" cy="44549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6B7624B-8734-6A26-0D03-0CF543BE6C1F}"/>
              </a:ext>
            </a:extLst>
          </p:cNvPr>
          <p:cNvGrpSpPr/>
          <p:nvPr/>
        </p:nvGrpSpPr>
        <p:grpSpPr>
          <a:xfrm rot="16200000">
            <a:off x="4868147" y="1121365"/>
            <a:ext cx="582974" cy="600780"/>
            <a:chOff x="7646110" y="1935233"/>
            <a:chExt cx="582974" cy="600780"/>
          </a:xfrm>
        </p:grpSpPr>
        <p:sp>
          <p:nvSpPr>
            <p:cNvPr id="24" name="화살표: 오른쪽 23">
              <a:extLst>
                <a:ext uri="{FF2B5EF4-FFF2-40B4-BE49-F238E27FC236}">
                  <a16:creationId xmlns:a16="http://schemas.microsoft.com/office/drawing/2014/main" id="{9B2BFEC7-7118-C43B-0C23-418AD921CD0F}"/>
                </a:ext>
              </a:extLst>
            </p:cNvPr>
            <p:cNvSpPr/>
            <p:nvPr/>
          </p:nvSpPr>
          <p:spPr>
            <a:xfrm rot="10800000">
              <a:off x="7646110" y="2060031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7A2810DF-8E9B-D38D-66B3-84CCE3791B11}"/>
                </a:ext>
              </a:extLst>
            </p:cNvPr>
            <p:cNvSpPr/>
            <p:nvPr/>
          </p:nvSpPr>
          <p:spPr>
            <a:xfrm rot="5400000">
              <a:off x="7850442" y="2264364"/>
              <a:ext cx="324154" cy="219143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0864B940-A595-84EF-1A3E-9D10E95C0F9B}"/>
                </a:ext>
              </a:extLst>
            </p:cNvPr>
            <p:cNvSpPr/>
            <p:nvPr/>
          </p:nvSpPr>
          <p:spPr>
            <a:xfrm rot="10800000">
              <a:off x="7794571" y="1935398"/>
              <a:ext cx="434348" cy="4343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부분 원형 25">
              <a:extLst>
                <a:ext uri="{FF2B5EF4-FFF2-40B4-BE49-F238E27FC236}">
                  <a16:creationId xmlns:a16="http://schemas.microsoft.com/office/drawing/2014/main" id="{32B0C930-3052-0706-F674-B760CF9EA8E9}"/>
                </a:ext>
              </a:extLst>
            </p:cNvPr>
            <p:cNvSpPr/>
            <p:nvPr/>
          </p:nvSpPr>
          <p:spPr>
            <a:xfrm rot="2824238">
              <a:off x="7794511" y="1935398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부분 원형 44">
              <a:extLst>
                <a:ext uri="{FF2B5EF4-FFF2-40B4-BE49-F238E27FC236}">
                  <a16:creationId xmlns:a16="http://schemas.microsoft.com/office/drawing/2014/main" id="{F26F4580-99DB-7E5D-DC2C-4F5AA3915EB7}"/>
                </a:ext>
              </a:extLst>
            </p:cNvPr>
            <p:cNvSpPr/>
            <p:nvPr/>
          </p:nvSpPr>
          <p:spPr>
            <a:xfrm rot="19109575">
              <a:off x="7794676" y="1935233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8" name="부분 원형 47">
            <a:extLst>
              <a:ext uri="{FF2B5EF4-FFF2-40B4-BE49-F238E27FC236}">
                <a16:creationId xmlns:a16="http://schemas.microsoft.com/office/drawing/2014/main" id="{05E10E2A-86B2-86DB-620C-EDB6A3F95AC2}"/>
              </a:ext>
            </a:extLst>
          </p:cNvPr>
          <p:cNvSpPr/>
          <p:nvPr/>
        </p:nvSpPr>
        <p:spPr>
          <a:xfrm rot="19109575">
            <a:off x="5716993" y="2752441"/>
            <a:ext cx="434408" cy="434408"/>
          </a:xfrm>
          <a:prstGeom prst="pie">
            <a:avLst>
              <a:gd name="adj1" fmla="val 0"/>
              <a:gd name="adj2" fmla="val 535205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137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43204-51BE-1549-D2A8-A340DBACC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F43877-D494-5886-09F3-69ED0B0C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</a:t>
            </a:r>
            <a:r>
              <a:rPr lang="en-US" altLang="ko-KR" dirty="0"/>
              <a:t>_</a:t>
            </a:r>
            <a:r>
              <a:rPr lang="ko-KR" altLang="en-US" dirty="0"/>
              <a:t>문제</a:t>
            </a:r>
            <a:r>
              <a:rPr lang="en-US" altLang="ko-KR" dirty="0"/>
              <a:t>(</a:t>
            </a:r>
            <a:r>
              <a:rPr lang="ko-KR" altLang="en-US" dirty="0"/>
              <a:t>견본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BDD3643-9E3F-7A0F-605B-E54B7EFECF63}"/>
              </a:ext>
            </a:extLst>
          </p:cNvPr>
          <p:cNvGrpSpPr/>
          <p:nvPr/>
        </p:nvGrpSpPr>
        <p:grpSpPr>
          <a:xfrm rot="5400000">
            <a:off x="5570368" y="3945671"/>
            <a:ext cx="734068" cy="434348"/>
            <a:chOff x="5570368" y="3945671"/>
            <a:chExt cx="734068" cy="434348"/>
          </a:xfrm>
        </p:grpSpPr>
        <p:sp>
          <p:nvSpPr>
            <p:cNvPr id="22" name="화살표: 오른쪽 21">
              <a:extLst>
                <a:ext uri="{FF2B5EF4-FFF2-40B4-BE49-F238E27FC236}">
                  <a16:creationId xmlns:a16="http://schemas.microsoft.com/office/drawing/2014/main" id="{306E3798-C20F-81CA-CCE1-633AC1B73BD9}"/>
                </a:ext>
              </a:extLst>
            </p:cNvPr>
            <p:cNvSpPr/>
            <p:nvPr/>
          </p:nvSpPr>
          <p:spPr>
            <a:xfrm rot="10800000">
              <a:off x="5570368" y="4053272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3181CFE8-5A01-3C8E-D19F-E4C2EA68EE1F}"/>
                </a:ext>
              </a:extLst>
            </p:cNvPr>
            <p:cNvSpPr/>
            <p:nvPr/>
          </p:nvSpPr>
          <p:spPr>
            <a:xfrm>
              <a:off x="5980282" y="4053272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1DC4C7A-383F-6272-DB84-FFB7D1E53B1E}"/>
                </a:ext>
              </a:extLst>
            </p:cNvPr>
            <p:cNvSpPr/>
            <p:nvPr/>
          </p:nvSpPr>
          <p:spPr>
            <a:xfrm>
              <a:off x="5720228" y="3945671"/>
              <a:ext cx="434348" cy="4343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AA73F1F-8FA6-1C6A-947C-9841BCB2E57F}"/>
              </a:ext>
            </a:extLst>
          </p:cNvPr>
          <p:cNvGrpSpPr/>
          <p:nvPr/>
        </p:nvGrpSpPr>
        <p:grpSpPr>
          <a:xfrm>
            <a:off x="3460452" y="3786562"/>
            <a:ext cx="769641" cy="772281"/>
            <a:chOff x="1464358" y="2902947"/>
            <a:chExt cx="704868" cy="681036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6142A715-BB6B-FE85-EE22-5E8119712C01}"/>
                </a:ext>
              </a:extLst>
            </p:cNvPr>
            <p:cNvSpPr/>
            <p:nvPr/>
          </p:nvSpPr>
          <p:spPr>
            <a:xfrm>
              <a:off x="1464358" y="2902947"/>
              <a:ext cx="704868" cy="6810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B80C56B3-D9F6-B4FE-C09D-011EA4F845D5}"/>
                </a:ext>
              </a:extLst>
            </p:cNvPr>
            <p:cNvSpPr/>
            <p:nvPr/>
          </p:nvSpPr>
          <p:spPr>
            <a:xfrm>
              <a:off x="1586247" y="3020715"/>
              <a:ext cx="461089" cy="44549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169F127C-3144-23C4-9070-47EB968134B6}"/>
              </a:ext>
            </a:extLst>
          </p:cNvPr>
          <p:cNvGrpSpPr/>
          <p:nvPr/>
        </p:nvGrpSpPr>
        <p:grpSpPr>
          <a:xfrm rot="16200000">
            <a:off x="7642304" y="3922516"/>
            <a:ext cx="584208" cy="579394"/>
            <a:chOff x="7644711" y="3800625"/>
            <a:chExt cx="584208" cy="579394"/>
          </a:xfrm>
        </p:grpSpPr>
        <p:sp>
          <p:nvSpPr>
            <p:cNvPr id="27" name="화살표: 오른쪽 26">
              <a:extLst>
                <a:ext uri="{FF2B5EF4-FFF2-40B4-BE49-F238E27FC236}">
                  <a16:creationId xmlns:a16="http://schemas.microsoft.com/office/drawing/2014/main" id="{CD0483D5-A1F4-59BF-8F7F-BF0C466DAC2E}"/>
                </a:ext>
              </a:extLst>
            </p:cNvPr>
            <p:cNvSpPr/>
            <p:nvPr/>
          </p:nvSpPr>
          <p:spPr>
            <a:xfrm rot="10800000">
              <a:off x="7644711" y="4053272"/>
              <a:ext cx="324154" cy="219143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화살표: 오른쪽 27">
              <a:extLst>
                <a:ext uri="{FF2B5EF4-FFF2-40B4-BE49-F238E27FC236}">
                  <a16:creationId xmlns:a16="http://schemas.microsoft.com/office/drawing/2014/main" id="{CD46C7BA-2B02-0D08-6692-A58DB164DB93}"/>
                </a:ext>
              </a:extLst>
            </p:cNvPr>
            <p:cNvSpPr/>
            <p:nvPr/>
          </p:nvSpPr>
          <p:spPr>
            <a:xfrm rot="16200000">
              <a:off x="7850442" y="3853130"/>
              <a:ext cx="324154" cy="219143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4FE773A3-4C37-93D3-4937-2EB591659DDC}"/>
                </a:ext>
              </a:extLst>
            </p:cNvPr>
            <p:cNvSpPr/>
            <p:nvPr/>
          </p:nvSpPr>
          <p:spPr>
            <a:xfrm>
              <a:off x="7794571" y="3945671"/>
              <a:ext cx="434348" cy="434348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2EC87E8F-E24D-9DD0-9057-6407202F2428}"/>
              </a:ext>
            </a:extLst>
          </p:cNvPr>
          <p:cNvCxnSpPr>
            <a:cxnSpLocks/>
          </p:cNvCxnSpPr>
          <p:nvPr/>
        </p:nvCxnSpPr>
        <p:spPr>
          <a:xfrm>
            <a:off x="4470407" y="4151238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078469FD-B28E-6993-6855-34EAF8997912}"/>
              </a:ext>
            </a:extLst>
          </p:cNvPr>
          <p:cNvCxnSpPr>
            <a:cxnSpLocks/>
          </p:cNvCxnSpPr>
          <p:nvPr/>
        </p:nvCxnSpPr>
        <p:spPr>
          <a:xfrm>
            <a:off x="6472574" y="4151238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6D3D377-8558-5DDD-A2F2-D59C60777870}"/>
              </a:ext>
            </a:extLst>
          </p:cNvPr>
          <p:cNvCxnSpPr>
            <a:cxnSpLocks/>
          </p:cNvCxnSpPr>
          <p:nvPr/>
        </p:nvCxnSpPr>
        <p:spPr>
          <a:xfrm rot="5400000">
            <a:off x="7509335" y="3136925"/>
            <a:ext cx="989616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3A76156F-6C12-D335-E179-6046A49C3410}"/>
              </a:ext>
            </a:extLst>
          </p:cNvPr>
          <p:cNvCxnSpPr>
            <a:cxnSpLocks/>
          </p:cNvCxnSpPr>
          <p:nvPr/>
        </p:nvCxnSpPr>
        <p:spPr>
          <a:xfrm>
            <a:off x="6472574" y="2162474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693C9F7-DC51-0475-52AA-851E8BB6A19C}"/>
              </a:ext>
            </a:extLst>
          </p:cNvPr>
          <p:cNvGrpSpPr/>
          <p:nvPr/>
        </p:nvGrpSpPr>
        <p:grpSpPr>
          <a:xfrm>
            <a:off x="5370078" y="1784894"/>
            <a:ext cx="772281" cy="772281"/>
            <a:chOff x="1464358" y="2902947"/>
            <a:chExt cx="704868" cy="68103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DAE99885-5FC2-015F-E548-F5A2B66A6DA7}"/>
                </a:ext>
              </a:extLst>
            </p:cNvPr>
            <p:cNvSpPr/>
            <p:nvPr/>
          </p:nvSpPr>
          <p:spPr>
            <a:xfrm>
              <a:off x="1464358" y="2902947"/>
              <a:ext cx="704868" cy="6810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D97B11A-891F-22FA-9835-8653A2E88A87}"/>
                </a:ext>
              </a:extLst>
            </p:cNvPr>
            <p:cNvSpPr/>
            <p:nvPr/>
          </p:nvSpPr>
          <p:spPr>
            <a:xfrm>
              <a:off x="1586247" y="3020716"/>
              <a:ext cx="461089" cy="44549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FDADE32-17BD-2A92-48FD-07FE63670F05}"/>
              </a:ext>
            </a:extLst>
          </p:cNvPr>
          <p:cNvGrpSpPr/>
          <p:nvPr/>
        </p:nvGrpSpPr>
        <p:grpSpPr>
          <a:xfrm rot="16200000">
            <a:off x="7798660" y="1941863"/>
            <a:ext cx="582974" cy="600780"/>
            <a:chOff x="7646110" y="1935233"/>
            <a:chExt cx="582974" cy="600780"/>
          </a:xfrm>
        </p:grpSpPr>
        <p:sp>
          <p:nvSpPr>
            <p:cNvPr id="24" name="화살표: 오른쪽 23">
              <a:extLst>
                <a:ext uri="{FF2B5EF4-FFF2-40B4-BE49-F238E27FC236}">
                  <a16:creationId xmlns:a16="http://schemas.microsoft.com/office/drawing/2014/main" id="{845B59DE-C7FA-7BE0-14DE-98125368F749}"/>
                </a:ext>
              </a:extLst>
            </p:cNvPr>
            <p:cNvSpPr/>
            <p:nvPr/>
          </p:nvSpPr>
          <p:spPr>
            <a:xfrm rot="10800000">
              <a:off x="7646110" y="2060031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1264B843-39E2-ACB3-C74A-6A36DEE3E6F1}"/>
                </a:ext>
              </a:extLst>
            </p:cNvPr>
            <p:cNvSpPr/>
            <p:nvPr/>
          </p:nvSpPr>
          <p:spPr>
            <a:xfrm rot="5400000">
              <a:off x="7850442" y="2264364"/>
              <a:ext cx="324154" cy="219143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550481F3-86F5-40EC-1D2E-61F468F7AD1C}"/>
                </a:ext>
              </a:extLst>
            </p:cNvPr>
            <p:cNvSpPr/>
            <p:nvPr/>
          </p:nvSpPr>
          <p:spPr>
            <a:xfrm rot="10800000">
              <a:off x="7794571" y="1935398"/>
              <a:ext cx="434348" cy="4343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부분 원형 25">
              <a:extLst>
                <a:ext uri="{FF2B5EF4-FFF2-40B4-BE49-F238E27FC236}">
                  <a16:creationId xmlns:a16="http://schemas.microsoft.com/office/drawing/2014/main" id="{BB112913-36AD-FAAF-BE2D-F3824C5B50B7}"/>
                </a:ext>
              </a:extLst>
            </p:cNvPr>
            <p:cNvSpPr/>
            <p:nvPr/>
          </p:nvSpPr>
          <p:spPr>
            <a:xfrm rot="2824238">
              <a:off x="7794511" y="1935398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부분 원형 44">
              <a:extLst>
                <a:ext uri="{FF2B5EF4-FFF2-40B4-BE49-F238E27FC236}">
                  <a16:creationId xmlns:a16="http://schemas.microsoft.com/office/drawing/2014/main" id="{E739DD2C-0A26-E473-B5B1-C24E5DF46CA4}"/>
                </a:ext>
              </a:extLst>
            </p:cNvPr>
            <p:cNvSpPr/>
            <p:nvPr/>
          </p:nvSpPr>
          <p:spPr>
            <a:xfrm rot="19109575">
              <a:off x="7794676" y="1935233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8" name="부분 원형 47">
            <a:extLst>
              <a:ext uri="{FF2B5EF4-FFF2-40B4-BE49-F238E27FC236}">
                <a16:creationId xmlns:a16="http://schemas.microsoft.com/office/drawing/2014/main" id="{8FC05132-1B64-B2D7-7938-2F101ECFBFBA}"/>
              </a:ext>
            </a:extLst>
          </p:cNvPr>
          <p:cNvSpPr/>
          <p:nvPr/>
        </p:nvSpPr>
        <p:spPr>
          <a:xfrm rot="19109575">
            <a:off x="10098219" y="1323339"/>
            <a:ext cx="434408" cy="434408"/>
          </a:xfrm>
          <a:prstGeom prst="pie">
            <a:avLst>
              <a:gd name="adj1" fmla="val 0"/>
              <a:gd name="adj2" fmla="val 535205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152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98186-C873-9134-25D2-5821A90BF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83A0C-2355-658E-07E2-E4143A911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</a:t>
            </a:r>
            <a:r>
              <a:rPr lang="en-US" altLang="ko-KR" dirty="0"/>
              <a:t>_</a:t>
            </a:r>
            <a:r>
              <a:rPr lang="ko-KR" altLang="en-US" dirty="0"/>
              <a:t>풀이</a:t>
            </a:r>
            <a:r>
              <a:rPr lang="en-US" altLang="ko-KR" dirty="0"/>
              <a:t>(</a:t>
            </a:r>
            <a:r>
              <a:rPr lang="ko-KR" altLang="en-US" dirty="0"/>
              <a:t>견본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294813FA-DE08-83CF-86DE-2D84B6BDA9D3}"/>
              </a:ext>
            </a:extLst>
          </p:cNvPr>
          <p:cNvSpPr/>
          <p:nvPr/>
        </p:nvSpPr>
        <p:spPr>
          <a:xfrm rot="10800000">
            <a:off x="5570368" y="4053272"/>
            <a:ext cx="324154" cy="21914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E5800DB7-1406-AAE2-07B5-35F9571F127F}"/>
              </a:ext>
            </a:extLst>
          </p:cNvPr>
          <p:cNvSpPr/>
          <p:nvPr/>
        </p:nvSpPr>
        <p:spPr>
          <a:xfrm>
            <a:off x="5980282" y="4053272"/>
            <a:ext cx="324154" cy="21914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FA087C3-5CFB-DD82-FE86-9516D8CE4077}"/>
              </a:ext>
            </a:extLst>
          </p:cNvPr>
          <p:cNvSpPr/>
          <p:nvPr/>
        </p:nvSpPr>
        <p:spPr>
          <a:xfrm>
            <a:off x="5720228" y="3945671"/>
            <a:ext cx="434348" cy="43434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A6A3A85-65AB-A15C-A512-2D7B9F6018D8}"/>
              </a:ext>
            </a:extLst>
          </p:cNvPr>
          <p:cNvGrpSpPr/>
          <p:nvPr/>
        </p:nvGrpSpPr>
        <p:grpSpPr>
          <a:xfrm>
            <a:off x="3460452" y="3786562"/>
            <a:ext cx="769641" cy="772281"/>
            <a:chOff x="1464358" y="2902947"/>
            <a:chExt cx="704868" cy="681036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80DD1273-78BB-88B3-6BA6-0053E5F683C6}"/>
                </a:ext>
              </a:extLst>
            </p:cNvPr>
            <p:cNvSpPr/>
            <p:nvPr/>
          </p:nvSpPr>
          <p:spPr>
            <a:xfrm>
              <a:off x="1464358" y="2902947"/>
              <a:ext cx="704868" cy="6810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221ADCD3-57CE-20A9-D9BE-EB3BAC4DC084}"/>
                </a:ext>
              </a:extLst>
            </p:cNvPr>
            <p:cNvSpPr/>
            <p:nvPr/>
          </p:nvSpPr>
          <p:spPr>
            <a:xfrm>
              <a:off x="1586247" y="3020715"/>
              <a:ext cx="461089" cy="44549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96AEC2B2-07E1-07B8-2C16-6FB9BB20EFE4}"/>
              </a:ext>
            </a:extLst>
          </p:cNvPr>
          <p:cNvSpPr/>
          <p:nvPr/>
        </p:nvSpPr>
        <p:spPr>
          <a:xfrm rot="10800000">
            <a:off x="7646110" y="2060031"/>
            <a:ext cx="324154" cy="21914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2B9CD1DA-DD97-303F-D3C9-4B8619945E67}"/>
              </a:ext>
            </a:extLst>
          </p:cNvPr>
          <p:cNvSpPr/>
          <p:nvPr/>
        </p:nvSpPr>
        <p:spPr>
          <a:xfrm rot="5400000">
            <a:off x="7850442" y="2264364"/>
            <a:ext cx="324154" cy="21914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DF5C458-3CE1-AFB0-D300-3FEBE84D47AA}"/>
              </a:ext>
            </a:extLst>
          </p:cNvPr>
          <p:cNvSpPr/>
          <p:nvPr/>
        </p:nvSpPr>
        <p:spPr>
          <a:xfrm rot="10800000">
            <a:off x="7794571" y="1935398"/>
            <a:ext cx="434348" cy="43434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부분 원형 25">
            <a:extLst>
              <a:ext uri="{FF2B5EF4-FFF2-40B4-BE49-F238E27FC236}">
                <a16:creationId xmlns:a16="http://schemas.microsoft.com/office/drawing/2014/main" id="{95A609F9-8126-0273-055B-7139D28F12BF}"/>
              </a:ext>
            </a:extLst>
          </p:cNvPr>
          <p:cNvSpPr/>
          <p:nvPr/>
        </p:nvSpPr>
        <p:spPr>
          <a:xfrm rot="2824238">
            <a:off x="7794511" y="1935398"/>
            <a:ext cx="434408" cy="434408"/>
          </a:xfrm>
          <a:prstGeom prst="pie">
            <a:avLst>
              <a:gd name="adj1" fmla="val 0"/>
              <a:gd name="adj2" fmla="val 535205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5D526F5C-8BEB-68B3-2856-B203B4C3F1DB}"/>
              </a:ext>
            </a:extLst>
          </p:cNvPr>
          <p:cNvSpPr/>
          <p:nvPr/>
        </p:nvSpPr>
        <p:spPr>
          <a:xfrm rot="10800000">
            <a:off x="7644711" y="4053272"/>
            <a:ext cx="324154" cy="21914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4E10CEBD-FE12-F9D0-6884-8590CB3A4C48}"/>
              </a:ext>
            </a:extLst>
          </p:cNvPr>
          <p:cNvSpPr/>
          <p:nvPr/>
        </p:nvSpPr>
        <p:spPr>
          <a:xfrm rot="16200000">
            <a:off x="7850442" y="3853130"/>
            <a:ext cx="324154" cy="21914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2F584FF-28AB-A53E-5C5D-769AB397B3ED}"/>
              </a:ext>
            </a:extLst>
          </p:cNvPr>
          <p:cNvSpPr/>
          <p:nvPr/>
        </p:nvSpPr>
        <p:spPr>
          <a:xfrm>
            <a:off x="7794571" y="3945671"/>
            <a:ext cx="434348" cy="43434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1380370E-3D33-3C29-5BF8-7A2E7B5618B2}"/>
              </a:ext>
            </a:extLst>
          </p:cNvPr>
          <p:cNvCxnSpPr>
            <a:cxnSpLocks/>
          </p:cNvCxnSpPr>
          <p:nvPr/>
        </p:nvCxnSpPr>
        <p:spPr>
          <a:xfrm>
            <a:off x="4470407" y="4151238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8234E9B-CF50-B3CB-7C57-C0AC92D7184D}"/>
              </a:ext>
            </a:extLst>
          </p:cNvPr>
          <p:cNvCxnSpPr>
            <a:cxnSpLocks/>
          </p:cNvCxnSpPr>
          <p:nvPr/>
        </p:nvCxnSpPr>
        <p:spPr>
          <a:xfrm>
            <a:off x="6472574" y="4151238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3C01611-C8EA-AF73-6FF2-6C94EC687789}"/>
              </a:ext>
            </a:extLst>
          </p:cNvPr>
          <p:cNvCxnSpPr>
            <a:cxnSpLocks/>
          </p:cNvCxnSpPr>
          <p:nvPr/>
        </p:nvCxnSpPr>
        <p:spPr>
          <a:xfrm rot="5400000">
            <a:off x="7509335" y="3136925"/>
            <a:ext cx="989616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0E1A0D75-CD36-A640-2E59-2A2DAAA48092}"/>
              </a:ext>
            </a:extLst>
          </p:cNvPr>
          <p:cNvCxnSpPr>
            <a:cxnSpLocks/>
          </p:cNvCxnSpPr>
          <p:nvPr/>
        </p:nvCxnSpPr>
        <p:spPr>
          <a:xfrm>
            <a:off x="6472574" y="2162474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312EF6C-24BF-CF6E-BC7B-9263A42B6BD3}"/>
              </a:ext>
            </a:extLst>
          </p:cNvPr>
          <p:cNvGrpSpPr/>
          <p:nvPr/>
        </p:nvGrpSpPr>
        <p:grpSpPr>
          <a:xfrm>
            <a:off x="5370078" y="1784894"/>
            <a:ext cx="772281" cy="772281"/>
            <a:chOff x="1464358" y="2902947"/>
            <a:chExt cx="704868" cy="68103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D55545A3-CF1A-259E-EF00-43864C086732}"/>
                </a:ext>
              </a:extLst>
            </p:cNvPr>
            <p:cNvSpPr/>
            <p:nvPr/>
          </p:nvSpPr>
          <p:spPr>
            <a:xfrm>
              <a:off x="1464358" y="2902947"/>
              <a:ext cx="704868" cy="6810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10F292F7-89B0-D56B-24EE-023B3A0C4A47}"/>
                </a:ext>
              </a:extLst>
            </p:cNvPr>
            <p:cNvSpPr/>
            <p:nvPr/>
          </p:nvSpPr>
          <p:spPr>
            <a:xfrm>
              <a:off x="1586247" y="3020716"/>
              <a:ext cx="461089" cy="44549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45" name="부분 원형 44">
            <a:extLst>
              <a:ext uri="{FF2B5EF4-FFF2-40B4-BE49-F238E27FC236}">
                <a16:creationId xmlns:a16="http://schemas.microsoft.com/office/drawing/2014/main" id="{98410327-B882-F707-2FA1-A7FF40D15EEE}"/>
              </a:ext>
            </a:extLst>
          </p:cNvPr>
          <p:cNvSpPr/>
          <p:nvPr/>
        </p:nvSpPr>
        <p:spPr>
          <a:xfrm rot="19109575">
            <a:off x="7794676" y="1935233"/>
            <a:ext cx="434408" cy="434408"/>
          </a:xfrm>
          <a:prstGeom prst="pie">
            <a:avLst>
              <a:gd name="adj1" fmla="val 0"/>
              <a:gd name="adj2" fmla="val 535205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8" name="부분 원형 47">
            <a:extLst>
              <a:ext uri="{FF2B5EF4-FFF2-40B4-BE49-F238E27FC236}">
                <a16:creationId xmlns:a16="http://schemas.microsoft.com/office/drawing/2014/main" id="{643A663A-2D55-0EEB-7233-3ABBD3A0DC1A}"/>
              </a:ext>
            </a:extLst>
          </p:cNvPr>
          <p:cNvSpPr/>
          <p:nvPr/>
        </p:nvSpPr>
        <p:spPr>
          <a:xfrm rot="19109575">
            <a:off x="10098219" y="1323339"/>
            <a:ext cx="434408" cy="434408"/>
          </a:xfrm>
          <a:prstGeom prst="pie">
            <a:avLst>
              <a:gd name="adj1" fmla="val 0"/>
              <a:gd name="adj2" fmla="val 535205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223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8AA9E-4033-E8B9-741C-0ACAA5889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936F3-B6EF-0123-06CA-7B22CDFAA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</a:t>
            </a:r>
            <a:r>
              <a:rPr lang="en-US" altLang="ko-KR" dirty="0"/>
              <a:t>_01(</a:t>
            </a:r>
            <a:r>
              <a:rPr lang="ko-KR" altLang="en-US" dirty="0"/>
              <a:t>문제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4551CA-DD90-5D5C-6999-4292251146E4}"/>
              </a:ext>
            </a:extLst>
          </p:cNvPr>
          <p:cNvGrpSpPr/>
          <p:nvPr/>
        </p:nvGrpSpPr>
        <p:grpSpPr>
          <a:xfrm rot="5400000">
            <a:off x="4890766" y="3152620"/>
            <a:ext cx="734068" cy="434348"/>
            <a:chOff x="5570368" y="3945671"/>
            <a:chExt cx="734068" cy="434348"/>
          </a:xfrm>
        </p:grpSpPr>
        <p:sp>
          <p:nvSpPr>
            <p:cNvPr id="22" name="화살표: 오른쪽 21">
              <a:extLst>
                <a:ext uri="{FF2B5EF4-FFF2-40B4-BE49-F238E27FC236}">
                  <a16:creationId xmlns:a16="http://schemas.microsoft.com/office/drawing/2014/main" id="{5AE0F765-C77B-8694-7F48-83BE377414A3}"/>
                </a:ext>
              </a:extLst>
            </p:cNvPr>
            <p:cNvSpPr/>
            <p:nvPr/>
          </p:nvSpPr>
          <p:spPr>
            <a:xfrm rot="10800000">
              <a:off x="5570368" y="4053272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FF6A732C-B5E8-05FD-6FC1-D75202905A98}"/>
                </a:ext>
              </a:extLst>
            </p:cNvPr>
            <p:cNvSpPr/>
            <p:nvPr/>
          </p:nvSpPr>
          <p:spPr>
            <a:xfrm>
              <a:off x="5980282" y="4053272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B3D7F376-3618-4013-502D-63E24E541F5B}"/>
                </a:ext>
              </a:extLst>
            </p:cNvPr>
            <p:cNvSpPr/>
            <p:nvPr/>
          </p:nvSpPr>
          <p:spPr>
            <a:xfrm>
              <a:off x="5720228" y="3945671"/>
              <a:ext cx="434348" cy="4343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A5C01D59-C092-6797-0E0F-507D3ED2819D}"/>
              </a:ext>
            </a:extLst>
          </p:cNvPr>
          <p:cNvGrpSpPr/>
          <p:nvPr/>
        </p:nvGrpSpPr>
        <p:grpSpPr>
          <a:xfrm>
            <a:off x="1986356" y="2983654"/>
            <a:ext cx="769641" cy="772281"/>
            <a:chOff x="1464358" y="2902947"/>
            <a:chExt cx="704868" cy="681036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57F3AA58-0A2E-C4AF-67B5-958F9E9AEC0E}"/>
                </a:ext>
              </a:extLst>
            </p:cNvPr>
            <p:cNvSpPr/>
            <p:nvPr/>
          </p:nvSpPr>
          <p:spPr>
            <a:xfrm>
              <a:off x="1464358" y="2902947"/>
              <a:ext cx="704868" cy="6810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687A8129-FBFE-7215-DDB2-DB5D23D823CF}"/>
                </a:ext>
              </a:extLst>
            </p:cNvPr>
            <p:cNvSpPr/>
            <p:nvPr/>
          </p:nvSpPr>
          <p:spPr>
            <a:xfrm>
              <a:off x="1586247" y="3020715"/>
              <a:ext cx="461089" cy="44549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D3ED98CA-C0AE-6B4A-01F0-16377AA59E37}"/>
              </a:ext>
            </a:extLst>
          </p:cNvPr>
          <p:cNvCxnSpPr>
            <a:cxnSpLocks/>
          </p:cNvCxnSpPr>
          <p:nvPr/>
        </p:nvCxnSpPr>
        <p:spPr>
          <a:xfrm>
            <a:off x="3496270" y="3370051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C47444F-E512-E0EA-ACC4-4EC0E2B19D5A}"/>
              </a:ext>
            </a:extLst>
          </p:cNvPr>
          <p:cNvGrpSpPr/>
          <p:nvPr/>
        </p:nvGrpSpPr>
        <p:grpSpPr>
          <a:xfrm>
            <a:off x="9948126" y="2940774"/>
            <a:ext cx="772281" cy="772281"/>
            <a:chOff x="1464358" y="2902947"/>
            <a:chExt cx="704868" cy="68103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98561250-409E-8A3A-80DF-A0DA1893EDF2}"/>
                </a:ext>
              </a:extLst>
            </p:cNvPr>
            <p:cNvSpPr/>
            <p:nvPr/>
          </p:nvSpPr>
          <p:spPr>
            <a:xfrm>
              <a:off x="1464358" y="2902947"/>
              <a:ext cx="704868" cy="6810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9CECAD59-D260-10FA-9FA6-B72ADE1AFC80}"/>
                </a:ext>
              </a:extLst>
            </p:cNvPr>
            <p:cNvSpPr/>
            <p:nvPr/>
          </p:nvSpPr>
          <p:spPr>
            <a:xfrm>
              <a:off x="1586247" y="3020716"/>
              <a:ext cx="461089" cy="44549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C167147-72B1-1571-6A36-C290981C86E1}"/>
              </a:ext>
            </a:extLst>
          </p:cNvPr>
          <p:cNvCxnSpPr>
            <a:cxnSpLocks/>
          </p:cNvCxnSpPr>
          <p:nvPr/>
        </p:nvCxnSpPr>
        <p:spPr>
          <a:xfrm>
            <a:off x="5976333" y="3370051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B0DE9B5-4F83-6F0F-0E08-C72E1AF8C02F}"/>
              </a:ext>
            </a:extLst>
          </p:cNvPr>
          <p:cNvGrpSpPr/>
          <p:nvPr/>
        </p:nvGrpSpPr>
        <p:grpSpPr>
          <a:xfrm rot="10800000">
            <a:off x="7344516" y="3152620"/>
            <a:ext cx="734068" cy="434348"/>
            <a:chOff x="5570368" y="3945671"/>
            <a:chExt cx="734068" cy="434348"/>
          </a:xfrm>
        </p:grpSpPr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9096AC43-61F2-9286-284A-9F1E426B83EF}"/>
                </a:ext>
              </a:extLst>
            </p:cNvPr>
            <p:cNvSpPr/>
            <p:nvPr/>
          </p:nvSpPr>
          <p:spPr>
            <a:xfrm rot="10800000">
              <a:off x="5570368" y="4053272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642D08B7-C21F-60ED-6F56-4C7BED5FEDF2}"/>
                </a:ext>
              </a:extLst>
            </p:cNvPr>
            <p:cNvSpPr/>
            <p:nvPr/>
          </p:nvSpPr>
          <p:spPr>
            <a:xfrm>
              <a:off x="5980282" y="4053272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E15966E4-8E13-19D3-4E03-30CDF4A39E15}"/>
                </a:ext>
              </a:extLst>
            </p:cNvPr>
            <p:cNvSpPr/>
            <p:nvPr/>
          </p:nvSpPr>
          <p:spPr>
            <a:xfrm>
              <a:off x="5720228" y="3945671"/>
              <a:ext cx="434348" cy="4343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9E9143A-CD10-856A-1DF1-B9D57121C118}"/>
              </a:ext>
            </a:extLst>
          </p:cNvPr>
          <p:cNvCxnSpPr>
            <a:cxnSpLocks/>
          </p:cNvCxnSpPr>
          <p:nvPr/>
        </p:nvCxnSpPr>
        <p:spPr>
          <a:xfrm>
            <a:off x="8587964" y="3370051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110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1A895-1ACD-91B0-632A-A3A2A18D3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C2DA4C-DF84-3DCA-3AC1-C32C1B54D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</a:t>
            </a:r>
            <a:r>
              <a:rPr lang="en-US" altLang="ko-KR" dirty="0"/>
              <a:t>_01(</a:t>
            </a:r>
            <a:r>
              <a:rPr lang="ko-KR" altLang="en-US" dirty="0"/>
              <a:t>풀이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C7A8748-2184-06D6-0B5D-5944D583E502}"/>
              </a:ext>
            </a:extLst>
          </p:cNvPr>
          <p:cNvGrpSpPr/>
          <p:nvPr/>
        </p:nvGrpSpPr>
        <p:grpSpPr>
          <a:xfrm rot="10800000">
            <a:off x="4890766" y="3152620"/>
            <a:ext cx="734068" cy="434348"/>
            <a:chOff x="5570368" y="3945671"/>
            <a:chExt cx="734068" cy="434348"/>
          </a:xfrm>
        </p:grpSpPr>
        <p:sp>
          <p:nvSpPr>
            <p:cNvPr id="22" name="화살표: 오른쪽 21">
              <a:extLst>
                <a:ext uri="{FF2B5EF4-FFF2-40B4-BE49-F238E27FC236}">
                  <a16:creationId xmlns:a16="http://schemas.microsoft.com/office/drawing/2014/main" id="{12B9D4A0-B128-B913-6A5F-CD289714CF18}"/>
                </a:ext>
              </a:extLst>
            </p:cNvPr>
            <p:cNvSpPr/>
            <p:nvPr/>
          </p:nvSpPr>
          <p:spPr>
            <a:xfrm rot="10800000">
              <a:off x="5570368" y="4053272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CC2A1674-249E-5B98-AF24-8ADEC6F08B09}"/>
                </a:ext>
              </a:extLst>
            </p:cNvPr>
            <p:cNvSpPr/>
            <p:nvPr/>
          </p:nvSpPr>
          <p:spPr>
            <a:xfrm>
              <a:off x="5980282" y="4053272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D953EB78-FD5B-DD2A-7925-17689B7FC026}"/>
                </a:ext>
              </a:extLst>
            </p:cNvPr>
            <p:cNvSpPr/>
            <p:nvPr/>
          </p:nvSpPr>
          <p:spPr>
            <a:xfrm>
              <a:off x="5720228" y="3945671"/>
              <a:ext cx="434348" cy="4343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47966288-0715-9892-6F92-72BD60442635}"/>
              </a:ext>
            </a:extLst>
          </p:cNvPr>
          <p:cNvGrpSpPr/>
          <p:nvPr/>
        </p:nvGrpSpPr>
        <p:grpSpPr>
          <a:xfrm>
            <a:off x="1986356" y="2983654"/>
            <a:ext cx="769641" cy="772281"/>
            <a:chOff x="1464358" y="2902947"/>
            <a:chExt cx="704868" cy="681036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92315753-D7FF-BFDE-8EC5-C209F58F6106}"/>
                </a:ext>
              </a:extLst>
            </p:cNvPr>
            <p:cNvSpPr/>
            <p:nvPr/>
          </p:nvSpPr>
          <p:spPr>
            <a:xfrm>
              <a:off x="1464358" y="2902947"/>
              <a:ext cx="704868" cy="6810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12888B09-8C6D-A3C2-CB81-66BB85D3D607}"/>
                </a:ext>
              </a:extLst>
            </p:cNvPr>
            <p:cNvSpPr/>
            <p:nvPr/>
          </p:nvSpPr>
          <p:spPr>
            <a:xfrm>
              <a:off x="1586247" y="3020715"/>
              <a:ext cx="461089" cy="44549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328DE8DA-8560-F9F8-EFE3-AD66558D8654}"/>
              </a:ext>
            </a:extLst>
          </p:cNvPr>
          <p:cNvCxnSpPr>
            <a:cxnSpLocks/>
          </p:cNvCxnSpPr>
          <p:nvPr/>
        </p:nvCxnSpPr>
        <p:spPr>
          <a:xfrm>
            <a:off x="3496270" y="3370051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EE559B2-C19C-4E22-918B-6D7D8A1D0E20}"/>
              </a:ext>
            </a:extLst>
          </p:cNvPr>
          <p:cNvGrpSpPr/>
          <p:nvPr/>
        </p:nvGrpSpPr>
        <p:grpSpPr>
          <a:xfrm>
            <a:off x="9948126" y="2940774"/>
            <a:ext cx="772281" cy="772281"/>
            <a:chOff x="1464358" y="2902947"/>
            <a:chExt cx="704868" cy="68103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6FD10920-A4B9-C58E-E944-7F3EE1D0301D}"/>
                </a:ext>
              </a:extLst>
            </p:cNvPr>
            <p:cNvSpPr/>
            <p:nvPr/>
          </p:nvSpPr>
          <p:spPr>
            <a:xfrm>
              <a:off x="1464358" y="2902947"/>
              <a:ext cx="704868" cy="6810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F042761D-4FF1-4150-7280-093F48E592DD}"/>
                </a:ext>
              </a:extLst>
            </p:cNvPr>
            <p:cNvSpPr/>
            <p:nvPr/>
          </p:nvSpPr>
          <p:spPr>
            <a:xfrm>
              <a:off x="1586247" y="3020716"/>
              <a:ext cx="461089" cy="44549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E573EB2-A844-64CA-0DEC-8290BC6D85B5}"/>
              </a:ext>
            </a:extLst>
          </p:cNvPr>
          <p:cNvCxnSpPr>
            <a:cxnSpLocks/>
          </p:cNvCxnSpPr>
          <p:nvPr/>
        </p:nvCxnSpPr>
        <p:spPr>
          <a:xfrm>
            <a:off x="5976333" y="3370051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916E7BC-6544-7590-D03A-9C8E6B9169CC}"/>
              </a:ext>
            </a:extLst>
          </p:cNvPr>
          <p:cNvGrpSpPr/>
          <p:nvPr/>
        </p:nvGrpSpPr>
        <p:grpSpPr>
          <a:xfrm rot="10800000">
            <a:off x="7344516" y="3152620"/>
            <a:ext cx="734068" cy="434348"/>
            <a:chOff x="5570368" y="3945671"/>
            <a:chExt cx="734068" cy="434348"/>
          </a:xfrm>
        </p:grpSpPr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B22D0A8D-7630-0DAF-FA32-4DBE9FEB1517}"/>
                </a:ext>
              </a:extLst>
            </p:cNvPr>
            <p:cNvSpPr/>
            <p:nvPr/>
          </p:nvSpPr>
          <p:spPr>
            <a:xfrm rot="10800000">
              <a:off x="5570368" y="4053272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E9FF943C-7562-427F-C02A-F27DFE8E4E5D}"/>
                </a:ext>
              </a:extLst>
            </p:cNvPr>
            <p:cNvSpPr/>
            <p:nvPr/>
          </p:nvSpPr>
          <p:spPr>
            <a:xfrm>
              <a:off x="5980282" y="4053272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860C177-EAF8-A03D-FA07-239B9856E7BB}"/>
                </a:ext>
              </a:extLst>
            </p:cNvPr>
            <p:cNvSpPr/>
            <p:nvPr/>
          </p:nvSpPr>
          <p:spPr>
            <a:xfrm>
              <a:off x="5720228" y="3945671"/>
              <a:ext cx="434348" cy="4343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E7A21EB-28C2-0151-820A-4D9D5673C3DD}"/>
              </a:ext>
            </a:extLst>
          </p:cNvPr>
          <p:cNvCxnSpPr>
            <a:cxnSpLocks/>
          </p:cNvCxnSpPr>
          <p:nvPr/>
        </p:nvCxnSpPr>
        <p:spPr>
          <a:xfrm>
            <a:off x="8587964" y="3370051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208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A06DC-70B3-2F21-3233-31E0EE656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8ADBB5-36D7-FDC6-7251-312F20030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</a:t>
            </a:r>
            <a:r>
              <a:rPr lang="en-US" altLang="ko-KR" dirty="0"/>
              <a:t>_02(</a:t>
            </a:r>
            <a:r>
              <a:rPr lang="ko-KR" altLang="en-US" dirty="0"/>
              <a:t>문제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E85F980-F026-C910-7EF8-510BD65E1B82}"/>
              </a:ext>
            </a:extLst>
          </p:cNvPr>
          <p:cNvGrpSpPr/>
          <p:nvPr/>
        </p:nvGrpSpPr>
        <p:grpSpPr>
          <a:xfrm>
            <a:off x="3006542" y="1952828"/>
            <a:ext cx="769641" cy="772281"/>
            <a:chOff x="1464358" y="2902947"/>
            <a:chExt cx="704868" cy="681036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4DECE4B1-1665-69CA-21D3-CE5DA4F7BB31}"/>
                </a:ext>
              </a:extLst>
            </p:cNvPr>
            <p:cNvSpPr/>
            <p:nvPr/>
          </p:nvSpPr>
          <p:spPr>
            <a:xfrm>
              <a:off x="1464358" y="2902947"/>
              <a:ext cx="704868" cy="6810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D5EE25BF-611C-5F66-B863-A6C71280F2B0}"/>
                </a:ext>
              </a:extLst>
            </p:cNvPr>
            <p:cNvSpPr/>
            <p:nvPr/>
          </p:nvSpPr>
          <p:spPr>
            <a:xfrm>
              <a:off x="1586247" y="3020715"/>
              <a:ext cx="461089" cy="44549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452D1C7C-3BB0-5692-6D10-38BE84C4130F}"/>
              </a:ext>
            </a:extLst>
          </p:cNvPr>
          <p:cNvCxnSpPr>
            <a:cxnSpLocks/>
          </p:cNvCxnSpPr>
          <p:nvPr/>
        </p:nvCxnSpPr>
        <p:spPr>
          <a:xfrm>
            <a:off x="4036231" y="2338968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1B675CC-C821-C230-5689-32969DDD3702}"/>
              </a:ext>
            </a:extLst>
          </p:cNvPr>
          <p:cNvCxnSpPr>
            <a:cxnSpLocks/>
          </p:cNvCxnSpPr>
          <p:nvPr/>
        </p:nvCxnSpPr>
        <p:spPr>
          <a:xfrm>
            <a:off x="6628852" y="4539708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D0F3FB6-E2D5-F8DD-A0EF-47297DCA561F}"/>
              </a:ext>
            </a:extLst>
          </p:cNvPr>
          <p:cNvCxnSpPr>
            <a:cxnSpLocks/>
          </p:cNvCxnSpPr>
          <p:nvPr/>
        </p:nvCxnSpPr>
        <p:spPr>
          <a:xfrm rot="5400000">
            <a:off x="5350951" y="3447347"/>
            <a:ext cx="989616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8A9068D-EEE1-9F5E-A035-06857C371E1C}"/>
              </a:ext>
            </a:extLst>
          </p:cNvPr>
          <p:cNvGrpSpPr/>
          <p:nvPr/>
        </p:nvGrpSpPr>
        <p:grpSpPr>
          <a:xfrm>
            <a:off x="8158786" y="4172674"/>
            <a:ext cx="772281" cy="772281"/>
            <a:chOff x="1464358" y="2902947"/>
            <a:chExt cx="704868" cy="68103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D5F119D-70F8-C80F-EBC3-E6C48116BC0B}"/>
                </a:ext>
              </a:extLst>
            </p:cNvPr>
            <p:cNvSpPr/>
            <p:nvPr/>
          </p:nvSpPr>
          <p:spPr>
            <a:xfrm>
              <a:off x="1464358" y="2902947"/>
              <a:ext cx="704868" cy="6810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6A6523DA-AA00-4AD7-006E-0D9E56743AE6}"/>
                </a:ext>
              </a:extLst>
            </p:cNvPr>
            <p:cNvSpPr/>
            <p:nvPr/>
          </p:nvSpPr>
          <p:spPr>
            <a:xfrm>
              <a:off x="1586247" y="3020716"/>
              <a:ext cx="461089" cy="44549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B074BE41-D98E-A6F1-D6AA-5610590FBA63}"/>
              </a:ext>
            </a:extLst>
          </p:cNvPr>
          <p:cNvGrpSpPr/>
          <p:nvPr/>
        </p:nvGrpSpPr>
        <p:grpSpPr>
          <a:xfrm rot="5400000">
            <a:off x="5473660" y="1969880"/>
            <a:ext cx="582974" cy="600780"/>
            <a:chOff x="7646110" y="1935233"/>
            <a:chExt cx="582974" cy="600780"/>
          </a:xfrm>
        </p:grpSpPr>
        <p:sp>
          <p:nvSpPr>
            <p:cNvPr id="24" name="화살표: 오른쪽 23">
              <a:extLst>
                <a:ext uri="{FF2B5EF4-FFF2-40B4-BE49-F238E27FC236}">
                  <a16:creationId xmlns:a16="http://schemas.microsoft.com/office/drawing/2014/main" id="{6D9C4775-F7C4-1978-CB1E-619A3443B3DA}"/>
                </a:ext>
              </a:extLst>
            </p:cNvPr>
            <p:cNvSpPr/>
            <p:nvPr/>
          </p:nvSpPr>
          <p:spPr>
            <a:xfrm rot="10800000">
              <a:off x="7646110" y="2060031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490DECE7-3A89-9E31-F118-CD61505DF405}"/>
                </a:ext>
              </a:extLst>
            </p:cNvPr>
            <p:cNvSpPr/>
            <p:nvPr/>
          </p:nvSpPr>
          <p:spPr>
            <a:xfrm rot="5400000">
              <a:off x="7850442" y="2264364"/>
              <a:ext cx="324154" cy="219143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93D6EB1E-C01B-23FD-EE3D-9239A0D28637}"/>
                </a:ext>
              </a:extLst>
            </p:cNvPr>
            <p:cNvSpPr/>
            <p:nvPr/>
          </p:nvSpPr>
          <p:spPr>
            <a:xfrm rot="10800000">
              <a:off x="7794571" y="1935398"/>
              <a:ext cx="434348" cy="4343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부분 원형 25">
              <a:extLst>
                <a:ext uri="{FF2B5EF4-FFF2-40B4-BE49-F238E27FC236}">
                  <a16:creationId xmlns:a16="http://schemas.microsoft.com/office/drawing/2014/main" id="{AECB0E6E-4AA0-24AB-416A-6FA23531A41A}"/>
                </a:ext>
              </a:extLst>
            </p:cNvPr>
            <p:cNvSpPr/>
            <p:nvPr/>
          </p:nvSpPr>
          <p:spPr>
            <a:xfrm rot="2824238">
              <a:off x="7794511" y="1935398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부분 원형 44">
              <a:extLst>
                <a:ext uri="{FF2B5EF4-FFF2-40B4-BE49-F238E27FC236}">
                  <a16:creationId xmlns:a16="http://schemas.microsoft.com/office/drawing/2014/main" id="{883BE80D-B564-0162-F381-C8576395474D}"/>
                </a:ext>
              </a:extLst>
            </p:cNvPr>
            <p:cNvSpPr/>
            <p:nvPr/>
          </p:nvSpPr>
          <p:spPr>
            <a:xfrm rot="19109575">
              <a:off x="7794676" y="1935233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5ABB09D-FDBD-FB3C-9822-2AB3D58BB0F3}"/>
              </a:ext>
            </a:extLst>
          </p:cNvPr>
          <p:cNvGrpSpPr/>
          <p:nvPr/>
        </p:nvGrpSpPr>
        <p:grpSpPr>
          <a:xfrm rot="5400000">
            <a:off x="5627925" y="4355859"/>
            <a:ext cx="582028" cy="584208"/>
            <a:chOff x="5628555" y="4172674"/>
            <a:chExt cx="582028" cy="584208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2B64ABDA-24AD-3193-ABFA-1D23B31CD3FC}"/>
                </a:ext>
              </a:extLst>
            </p:cNvPr>
            <p:cNvGrpSpPr/>
            <p:nvPr/>
          </p:nvGrpSpPr>
          <p:grpSpPr>
            <a:xfrm rot="5400000">
              <a:off x="5628782" y="4175081"/>
              <a:ext cx="584208" cy="579394"/>
              <a:chOff x="7644711" y="3800625"/>
              <a:chExt cx="584208" cy="579394"/>
            </a:xfrm>
          </p:grpSpPr>
          <p:sp>
            <p:nvSpPr>
              <p:cNvPr id="27" name="화살표: 오른쪽 26">
                <a:extLst>
                  <a:ext uri="{FF2B5EF4-FFF2-40B4-BE49-F238E27FC236}">
                    <a16:creationId xmlns:a16="http://schemas.microsoft.com/office/drawing/2014/main" id="{9ADF398F-5100-1499-3B47-2650766ACD6A}"/>
                  </a:ext>
                </a:extLst>
              </p:cNvPr>
              <p:cNvSpPr/>
              <p:nvPr/>
            </p:nvSpPr>
            <p:spPr>
              <a:xfrm rot="10800000">
                <a:off x="7644711" y="4053272"/>
                <a:ext cx="324154" cy="219143"/>
              </a:xfrm>
              <a:prstGeom prst="rightArrow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8" name="화살표: 오른쪽 27">
                <a:extLst>
                  <a:ext uri="{FF2B5EF4-FFF2-40B4-BE49-F238E27FC236}">
                    <a16:creationId xmlns:a16="http://schemas.microsoft.com/office/drawing/2014/main" id="{240EE45D-2BC1-19AE-27D5-96B064146D3A}"/>
                  </a:ext>
                </a:extLst>
              </p:cNvPr>
              <p:cNvSpPr/>
              <p:nvPr/>
            </p:nvSpPr>
            <p:spPr>
              <a:xfrm rot="16200000">
                <a:off x="7850442" y="3853130"/>
                <a:ext cx="324154" cy="219143"/>
              </a:xfrm>
              <a:prstGeom prst="right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43BC6591-B8A4-11B1-8BE2-46A48E68680E}"/>
                  </a:ext>
                </a:extLst>
              </p:cNvPr>
              <p:cNvSpPr/>
              <p:nvPr/>
            </p:nvSpPr>
            <p:spPr>
              <a:xfrm>
                <a:off x="7794571" y="3945671"/>
                <a:ext cx="434348" cy="434348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8" name="부분 원형 7">
              <a:extLst>
                <a:ext uri="{FF2B5EF4-FFF2-40B4-BE49-F238E27FC236}">
                  <a16:creationId xmlns:a16="http://schemas.microsoft.com/office/drawing/2014/main" id="{AE25275D-3FFD-6D05-D930-F8D1A8A74D19}"/>
                </a:ext>
              </a:extLst>
            </p:cNvPr>
            <p:cNvSpPr/>
            <p:nvPr/>
          </p:nvSpPr>
          <p:spPr>
            <a:xfrm rot="19109575">
              <a:off x="5628555" y="4322254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부분 원형 10">
              <a:extLst>
                <a:ext uri="{FF2B5EF4-FFF2-40B4-BE49-F238E27FC236}">
                  <a16:creationId xmlns:a16="http://schemas.microsoft.com/office/drawing/2014/main" id="{4967D00D-194B-780A-B530-1FD3FD379178}"/>
                </a:ext>
              </a:extLst>
            </p:cNvPr>
            <p:cNvSpPr/>
            <p:nvPr/>
          </p:nvSpPr>
          <p:spPr>
            <a:xfrm rot="2904676">
              <a:off x="5635177" y="4321745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8760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ACBCB-C1FA-4653-E2F2-03A076121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2DB70E-00C7-87D9-5980-504CB0972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</a:t>
            </a:r>
            <a:r>
              <a:rPr lang="en-US" altLang="ko-KR" dirty="0"/>
              <a:t>_02(</a:t>
            </a:r>
            <a:r>
              <a:rPr lang="ko-KR" altLang="en-US" dirty="0"/>
              <a:t>풀이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102D954-5FBA-A28B-E267-446C29FBB7AE}"/>
              </a:ext>
            </a:extLst>
          </p:cNvPr>
          <p:cNvGrpSpPr/>
          <p:nvPr/>
        </p:nvGrpSpPr>
        <p:grpSpPr>
          <a:xfrm>
            <a:off x="3006542" y="1952828"/>
            <a:ext cx="769641" cy="772281"/>
            <a:chOff x="1464358" y="2902947"/>
            <a:chExt cx="704868" cy="681036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11A1BA5D-AAF6-57A1-6094-60804A9BEED9}"/>
                </a:ext>
              </a:extLst>
            </p:cNvPr>
            <p:cNvSpPr/>
            <p:nvPr/>
          </p:nvSpPr>
          <p:spPr>
            <a:xfrm>
              <a:off x="1464358" y="2902947"/>
              <a:ext cx="704868" cy="6810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F222E23C-90AF-67FF-57CE-6DB4CE727B02}"/>
                </a:ext>
              </a:extLst>
            </p:cNvPr>
            <p:cNvSpPr/>
            <p:nvPr/>
          </p:nvSpPr>
          <p:spPr>
            <a:xfrm>
              <a:off x="1586247" y="3020715"/>
              <a:ext cx="461089" cy="44549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A53BE19B-3CD2-76B3-9527-B32E9A4BE933}"/>
              </a:ext>
            </a:extLst>
          </p:cNvPr>
          <p:cNvGrpSpPr/>
          <p:nvPr/>
        </p:nvGrpSpPr>
        <p:grpSpPr>
          <a:xfrm rot="5400000">
            <a:off x="5628782" y="4175081"/>
            <a:ext cx="584208" cy="579394"/>
            <a:chOff x="7644711" y="3800625"/>
            <a:chExt cx="584208" cy="579394"/>
          </a:xfrm>
        </p:grpSpPr>
        <p:sp>
          <p:nvSpPr>
            <p:cNvPr id="27" name="화살표: 오른쪽 26">
              <a:extLst>
                <a:ext uri="{FF2B5EF4-FFF2-40B4-BE49-F238E27FC236}">
                  <a16:creationId xmlns:a16="http://schemas.microsoft.com/office/drawing/2014/main" id="{C01DF785-347F-B5C8-904A-E38DE37E741A}"/>
                </a:ext>
              </a:extLst>
            </p:cNvPr>
            <p:cNvSpPr/>
            <p:nvPr/>
          </p:nvSpPr>
          <p:spPr>
            <a:xfrm rot="10800000">
              <a:off x="7644711" y="4053272"/>
              <a:ext cx="324154" cy="219143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화살표: 오른쪽 27">
              <a:extLst>
                <a:ext uri="{FF2B5EF4-FFF2-40B4-BE49-F238E27FC236}">
                  <a16:creationId xmlns:a16="http://schemas.microsoft.com/office/drawing/2014/main" id="{A30BCB71-F6CE-7D11-7198-43423A8EED3C}"/>
                </a:ext>
              </a:extLst>
            </p:cNvPr>
            <p:cNvSpPr/>
            <p:nvPr/>
          </p:nvSpPr>
          <p:spPr>
            <a:xfrm rot="16200000">
              <a:off x="7850442" y="3853130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109FE1F7-DE3F-28C0-8AA8-F63764614F29}"/>
                </a:ext>
              </a:extLst>
            </p:cNvPr>
            <p:cNvSpPr/>
            <p:nvPr/>
          </p:nvSpPr>
          <p:spPr>
            <a:xfrm>
              <a:off x="7794571" y="3945671"/>
              <a:ext cx="434348" cy="434348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31680AD1-DDD0-6706-5240-389987024F6A}"/>
              </a:ext>
            </a:extLst>
          </p:cNvPr>
          <p:cNvCxnSpPr>
            <a:cxnSpLocks/>
          </p:cNvCxnSpPr>
          <p:nvPr/>
        </p:nvCxnSpPr>
        <p:spPr>
          <a:xfrm>
            <a:off x="4036231" y="2338968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5B0F8E29-169B-C6EF-E229-1A137C5ADF38}"/>
              </a:ext>
            </a:extLst>
          </p:cNvPr>
          <p:cNvCxnSpPr>
            <a:cxnSpLocks/>
          </p:cNvCxnSpPr>
          <p:nvPr/>
        </p:nvCxnSpPr>
        <p:spPr>
          <a:xfrm>
            <a:off x="6628852" y="4539708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718C493-3329-7720-AA03-402DBF6EE2F6}"/>
              </a:ext>
            </a:extLst>
          </p:cNvPr>
          <p:cNvCxnSpPr>
            <a:cxnSpLocks/>
          </p:cNvCxnSpPr>
          <p:nvPr/>
        </p:nvCxnSpPr>
        <p:spPr>
          <a:xfrm rot="5400000">
            <a:off x="5350951" y="3447347"/>
            <a:ext cx="989616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B7FD1BA-E550-E3D7-22B1-5838BD56FF97}"/>
              </a:ext>
            </a:extLst>
          </p:cNvPr>
          <p:cNvGrpSpPr/>
          <p:nvPr/>
        </p:nvGrpSpPr>
        <p:grpSpPr>
          <a:xfrm>
            <a:off x="8158786" y="4172674"/>
            <a:ext cx="772281" cy="772281"/>
            <a:chOff x="1464358" y="2902947"/>
            <a:chExt cx="704868" cy="68103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152F7A0E-A4AF-3D7D-F8DF-3A079FC6EA5A}"/>
                </a:ext>
              </a:extLst>
            </p:cNvPr>
            <p:cNvSpPr/>
            <p:nvPr/>
          </p:nvSpPr>
          <p:spPr>
            <a:xfrm>
              <a:off x="1464358" y="2902947"/>
              <a:ext cx="704868" cy="6810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76BB12ED-29CE-2122-D608-668EC1ACA5E8}"/>
                </a:ext>
              </a:extLst>
            </p:cNvPr>
            <p:cNvSpPr/>
            <p:nvPr/>
          </p:nvSpPr>
          <p:spPr>
            <a:xfrm>
              <a:off x="1586247" y="3020716"/>
              <a:ext cx="461089" cy="44549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05BCAE8C-788C-7C03-E27D-7C439CE73FC9}"/>
              </a:ext>
            </a:extLst>
          </p:cNvPr>
          <p:cNvGrpSpPr/>
          <p:nvPr/>
        </p:nvGrpSpPr>
        <p:grpSpPr>
          <a:xfrm>
            <a:off x="5486586" y="2132644"/>
            <a:ext cx="582974" cy="600780"/>
            <a:chOff x="7646110" y="1935233"/>
            <a:chExt cx="582974" cy="600780"/>
          </a:xfrm>
        </p:grpSpPr>
        <p:sp>
          <p:nvSpPr>
            <p:cNvPr id="24" name="화살표: 오른쪽 23">
              <a:extLst>
                <a:ext uri="{FF2B5EF4-FFF2-40B4-BE49-F238E27FC236}">
                  <a16:creationId xmlns:a16="http://schemas.microsoft.com/office/drawing/2014/main" id="{B6C989E7-0F14-DECF-981E-1751619507BC}"/>
                </a:ext>
              </a:extLst>
            </p:cNvPr>
            <p:cNvSpPr/>
            <p:nvPr/>
          </p:nvSpPr>
          <p:spPr>
            <a:xfrm rot="10800000">
              <a:off x="7646110" y="2060031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3DC0C630-F439-C3D3-6E89-1F8C5547AF1D}"/>
                </a:ext>
              </a:extLst>
            </p:cNvPr>
            <p:cNvSpPr/>
            <p:nvPr/>
          </p:nvSpPr>
          <p:spPr>
            <a:xfrm rot="5400000">
              <a:off x="7850442" y="2264364"/>
              <a:ext cx="324154" cy="219143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9DEF4C52-7F15-06A7-5D0F-C5075D991BC2}"/>
                </a:ext>
              </a:extLst>
            </p:cNvPr>
            <p:cNvSpPr/>
            <p:nvPr/>
          </p:nvSpPr>
          <p:spPr>
            <a:xfrm rot="10800000">
              <a:off x="7794571" y="1935398"/>
              <a:ext cx="434348" cy="4343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부분 원형 25">
              <a:extLst>
                <a:ext uri="{FF2B5EF4-FFF2-40B4-BE49-F238E27FC236}">
                  <a16:creationId xmlns:a16="http://schemas.microsoft.com/office/drawing/2014/main" id="{7BF26C8B-8A52-9A5A-E018-AACEE7E38777}"/>
                </a:ext>
              </a:extLst>
            </p:cNvPr>
            <p:cNvSpPr/>
            <p:nvPr/>
          </p:nvSpPr>
          <p:spPr>
            <a:xfrm rot="2824238">
              <a:off x="7794511" y="1935398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부분 원형 44">
              <a:extLst>
                <a:ext uri="{FF2B5EF4-FFF2-40B4-BE49-F238E27FC236}">
                  <a16:creationId xmlns:a16="http://schemas.microsoft.com/office/drawing/2014/main" id="{EFE70644-0A39-476A-87BE-BA0CFCEC65E2}"/>
                </a:ext>
              </a:extLst>
            </p:cNvPr>
            <p:cNvSpPr/>
            <p:nvPr/>
          </p:nvSpPr>
          <p:spPr>
            <a:xfrm rot="19109575">
              <a:off x="7794676" y="1935233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부분 원형 7">
            <a:extLst>
              <a:ext uri="{FF2B5EF4-FFF2-40B4-BE49-F238E27FC236}">
                <a16:creationId xmlns:a16="http://schemas.microsoft.com/office/drawing/2014/main" id="{C745975D-1B8F-D9DC-5073-1686A4AD2628}"/>
              </a:ext>
            </a:extLst>
          </p:cNvPr>
          <p:cNvSpPr/>
          <p:nvPr/>
        </p:nvSpPr>
        <p:spPr>
          <a:xfrm rot="19109575">
            <a:off x="5628555" y="4322254"/>
            <a:ext cx="434408" cy="434408"/>
          </a:xfrm>
          <a:prstGeom prst="pie">
            <a:avLst>
              <a:gd name="adj1" fmla="val 0"/>
              <a:gd name="adj2" fmla="val 535205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부분 원형 10">
            <a:extLst>
              <a:ext uri="{FF2B5EF4-FFF2-40B4-BE49-F238E27FC236}">
                <a16:creationId xmlns:a16="http://schemas.microsoft.com/office/drawing/2014/main" id="{FACDC1B2-A19D-5C83-B939-40FAA76C6F06}"/>
              </a:ext>
            </a:extLst>
          </p:cNvPr>
          <p:cNvSpPr/>
          <p:nvPr/>
        </p:nvSpPr>
        <p:spPr>
          <a:xfrm rot="2904676">
            <a:off x="5635177" y="4321745"/>
            <a:ext cx="434408" cy="434408"/>
          </a:xfrm>
          <a:prstGeom prst="pie">
            <a:avLst>
              <a:gd name="adj1" fmla="val 0"/>
              <a:gd name="adj2" fmla="val 535205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59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AB8CE-481B-637C-1C23-A056BA639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AA57D2-5524-4F73-2653-00259D360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</a:t>
            </a:r>
            <a:r>
              <a:rPr lang="en-US" altLang="ko-KR" dirty="0"/>
              <a:t>_03(</a:t>
            </a:r>
            <a:r>
              <a:rPr lang="ko-KR" altLang="en-US" dirty="0"/>
              <a:t>문제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DD2B567-66A3-8853-4634-BB03A53C258D}"/>
              </a:ext>
            </a:extLst>
          </p:cNvPr>
          <p:cNvGrpSpPr/>
          <p:nvPr/>
        </p:nvGrpSpPr>
        <p:grpSpPr>
          <a:xfrm rot="5400000">
            <a:off x="6709923" y="852940"/>
            <a:ext cx="734068" cy="434348"/>
            <a:chOff x="5570368" y="3945671"/>
            <a:chExt cx="734068" cy="434348"/>
          </a:xfrm>
          <a:solidFill>
            <a:srgbClr val="002060"/>
          </a:solidFill>
        </p:grpSpPr>
        <p:sp>
          <p:nvSpPr>
            <p:cNvPr id="22" name="화살표: 오른쪽 21">
              <a:extLst>
                <a:ext uri="{FF2B5EF4-FFF2-40B4-BE49-F238E27FC236}">
                  <a16:creationId xmlns:a16="http://schemas.microsoft.com/office/drawing/2014/main" id="{402746D6-008E-5FA5-5A54-7721E8B3D1A9}"/>
                </a:ext>
              </a:extLst>
            </p:cNvPr>
            <p:cNvSpPr/>
            <p:nvPr/>
          </p:nvSpPr>
          <p:spPr>
            <a:xfrm rot="10800000">
              <a:off x="5570368" y="4053272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5212FA4B-96E8-070D-7A7D-6BE57C259F50}"/>
                </a:ext>
              </a:extLst>
            </p:cNvPr>
            <p:cNvSpPr/>
            <p:nvPr/>
          </p:nvSpPr>
          <p:spPr>
            <a:xfrm>
              <a:off x="5980282" y="4053272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F372FAF3-D8C5-2332-C832-8D596CBBA712}"/>
                </a:ext>
              </a:extLst>
            </p:cNvPr>
            <p:cNvSpPr/>
            <p:nvPr/>
          </p:nvSpPr>
          <p:spPr>
            <a:xfrm>
              <a:off x="5720228" y="3945671"/>
              <a:ext cx="434348" cy="4343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B3D7E759-8D95-C12E-F2AD-419E6B67447A}"/>
              </a:ext>
            </a:extLst>
          </p:cNvPr>
          <p:cNvGrpSpPr/>
          <p:nvPr/>
        </p:nvGrpSpPr>
        <p:grpSpPr>
          <a:xfrm>
            <a:off x="6674350" y="2913847"/>
            <a:ext cx="769641" cy="772281"/>
            <a:chOff x="1464358" y="2902947"/>
            <a:chExt cx="704868" cy="681036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BB623DB6-D3F6-58C3-6686-77C7E0ACDDE5}"/>
                </a:ext>
              </a:extLst>
            </p:cNvPr>
            <p:cNvSpPr/>
            <p:nvPr/>
          </p:nvSpPr>
          <p:spPr>
            <a:xfrm>
              <a:off x="1464358" y="2902947"/>
              <a:ext cx="704868" cy="6810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FD3519C2-F45D-481C-42D7-11A2FE3DC272}"/>
                </a:ext>
              </a:extLst>
            </p:cNvPr>
            <p:cNvSpPr/>
            <p:nvPr/>
          </p:nvSpPr>
          <p:spPr>
            <a:xfrm>
              <a:off x="1586247" y="3020715"/>
              <a:ext cx="461089" cy="44549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4454F553-F936-F34A-38F0-8003167DEFCB}"/>
              </a:ext>
            </a:extLst>
          </p:cNvPr>
          <p:cNvGrpSpPr/>
          <p:nvPr/>
        </p:nvGrpSpPr>
        <p:grpSpPr>
          <a:xfrm rot="16200000">
            <a:off x="4021983" y="5280827"/>
            <a:ext cx="584208" cy="579394"/>
            <a:chOff x="7644711" y="3800625"/>
            <a:chExt cx="584208" cy="579394"/>
          </a:xfrm>
          <a:solidFill>
            <a:srgbClr val="FF0000"/>
          </a:solidFill>
        </p:grpSpPr>
        <p:sp>
          <p:nvSpPr>
            <p:cNvPr id="27" name="화살표: 오른쪽 26">
              <a:extLst>
                <a:ext uri="{FF2B5EF4-FFF2-40B4-BE49-F238E27FC236}">
                  <a16:creationId xmlns:a16="http://schemas.microsoft.com/office/drawing/2014/main" id="{BB2D1244-8D90-8087-5990-ABA53C7AC10B}"/>
                </a:ext>
              </a:extLst>
            </p:cNvPr>
            <p:cNvSpPr/>
            <p:nvPr/>
          </p:nvSpPr>
          <p:spPr>
            <a:xfrm rot="10800000">
              <a:off x="7644711" y="4053272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화살표: 오른쪽 27">
              <a:extLst>
                <a:ext uri="{FF2B5EF4-FFF2-40B4-BE49-F238E27FC236}">
                  <a16:creationId xmlns:a16="http://schemas.microsoft.com/office/drawing/2014/main" id="{BE4479CC-C2AA-25BA-6F42-FF6802A9EDFE}"/>
                </a:ext>
              </a:extLst>
            </p:cNvPr>
            <p:cNvSpPr/>
            <p:nvPr/>
          </p:nvSpPr>
          <p:spPr>
            <a:xfrm rot="16200000">
              <a:off x="7850442" y="3853130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43D77190-044D-53F0-ADB1-EF7BEB9AC5D8}"/>
                </a:ext>
              </a:extLst>
            </p:cNvPr>
            <p:cNvSpPr/>
            <p:nvPr/>
          </p:nvSpPr>
          <p:spPr>
            <a:xfrm>
              <a:off x="7794571" y="3945671"/>
              <a:ext cx="434348" cy="4343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423A2FE-75D6-7C22-8281-981287EDFA96}"/>
              </a:ext>
            </a:extLst>
          </p:cNvPr>
          <p:cNvCxnSpPr>
            <a:cxnSpLocks/>
          </p:cNvCxnSpPr>
          <p:nvPr/>
        </p:nvCxnSpPr>
        <p:spPr>
          <a:xfrm>
            <a:off x="7970125" y="3327972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7FCD1425-AE39-F040-CD29-056D194C5D06}"/>
              </a:ext>
            </a:extLst>
          </p:cNvPr>
          <p:cNvCxnSpPr>
            <a:cxnSpLocks/>
          </p:cNvCxnSpPr>
          <p:nvPr/>
        </p:nvCxnSpPr>
        <p:spPr>
          <a:xfrm>
            <a:off x="5183204" y="5527683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8CFB65B-5DBC-7F0E-52F9-8DBDFA606C62}"/>
              </a:ext>
            </a:extLst>
          </p:cNvPr>
          <p:cNvCxnSpPr>
            <a:cxnSpLocks/>
          </p:cNvCxnSpPr>
          <p:nvPr/>
        </p:nvCxnSpPr>
        <p:spPr>
          <a:xfrm rot="5400000">
            <a:off x="3897169" y="4370463"/>
            <a:ext cx="989616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299197D-EBC2-E339-DDD2-C9E615FAE913}"/>
              </a:ext>
            </a:extLst>
          </p:cNvPr>
          <p:cNvGrpSpPr/>
          <p:nvPr/>
        </p:nvGrpSpPr>
        <p:grpSpPr>
          <a:xfrm>
            <a:off x="1668976" y="2914986"/>
            <a:ext cx="772281" cy="772281"/>
            <a:chOff x="1464358" y="2902947"/>
            <a:chExt cx="704868" cy="68103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EBC64D3-AA63-5E66-BE01-904BBD245341}"/>
                </a:ext>
              </a:extLst>
            </p:cNvPr>
            <p:cNvSpPr/>
            <p:nvPr/>
          </p:nvSpPr>
          <p:spPr>
            <a:xfrm>
              <a:off x="1464358" y="2902947"/>
              <a:ext cx="704868" cy="6810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89C5B5EA-E3B0-9CBB-CC82-671D9787D3EF}"/>
                </a:ext>
              </a:extLst>
            </p:cNvPr>
            <p:cNvSpPr/>
            <p:nvPr/>
          </p:nvSpPr>
          <p:spPr>
            <a:xfrm>
              <a:off x="1586247" y="3020716"/>
              <a:ext cx="461089" cy="44549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3FF6CD7F-0D85-274F-5CAE-E8EED5F91F98}"/>
              </a:ext>
            </a:extLst>
          </p:cNvPr>
          <p:cNvGrpSpPr/>
          <p:nvPr/>
        </p:nvGrpSpPr>
        <p:grpSpPr>
          <a:xfrm rot="10800000">
            <a:off x="9621542" y="736823"/>
            <a:ext cx="582974" cy="600780"/>
            <a:chOff x="8249776" y="833497"/>
            <a:chExt cx="582974" cy="600780"/>
          </a:xfrm>
        </p:grpSpPr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07909926-C5C1-3F72-3A90-B21F72D4D0B3}"/>
                </a:ext>
              </a:extLst>
            </p:cNvPr>
            <p:cNvSpPr/>
            <p:nvPr/>
          </p:nvSpPr>
          <p:spPr>
            <a:xfrm rot="5400000">
              <a:off x="8454108" y="1162628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20BD4C15-AB86-B821-FE4F-5EF081281198}"/>
                </a:ext>
              </a:extLst>
            </p:cNvPr>
            <p:cNvGrpSpPr/>
            <p:nvPr/>
          </p:nvGrpSpPr>
          <p:grpSpPr>
            <a:xfrm>
              <a:off x="8249776" y="833497"/>
              <a:ext cx="582974" cy="434573"/>
              <a:chOff x="7646110" y="1935233"/>
              <a:chExt cx="582974" cy="434573"/>
            </a:xfrm>
          </p:grpSpPr>
          <p:sp>
            <p:nvSpPr>
              <p:cNvPr id="24" name="화살표: 오른쪽 23">
                <a:extLst>
                  <a:ext uri="{FF2B5EF4-FFF2-40B4-BE49-F238E27FC236}">
                    <a16:creationId xmlns:a16="http://schemas.microsoft.com/office/drawing/2014/main" id="{2344B213-28A8-C14C-D993-CC1AF2036CBB}"/>
                  </a:ext>
                </a:extLst>
              </p:cNvPr>
              <p:cNvSpPr/>
              <p:nvPr/>
            </p:nvSpPr>
            <p:spPr>
              <a:xfrm rot="10800000">
                <a:off x="7646110" y="2060031"/>
                <a:ext cx="324154" cy="219143"/>
              </a:xfrm>
              <a:prstGeom prst="rightArrow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AF33F19F-6B8E-254C-CECC-84706C791FA5}"/>
                  </a:ext>
                </a:extLst>
              </p:cNvPr>
              <p:cNvSpPr/>
              <p:nvPr/>
            </p:nvSpPr>
            <p:spPr>
              <a:xfrm rot="10800000">
                <a:off x="7794571" y="1935398"/>
                <a:ext cx="434348" cy="434348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6" name="부분 원형 25">
                <a:extLst>
                  <a:ext uri="{FF2B5EF4-FFF2-40B4-BE49-F238E27FC236}">
                    <a16:creationId xmlns:a16="http://schemas.microsoft.com/office/drawing/2014/main" id="{6709AD13-C418-C25D-2D44-D771A59D768D}"/>
                  </a:ext>
                </a:extLst>
              </p:cNvPr>
              <p:cNvSpPr/>
              <p:nvPr/>
            </p:nvSpPr>
            <p:spPr>
              <a:xfrm rot="2824238">
                <a:off x="7794511" y="1935398"/>
                <a:ext cx="434408" cy="434408"/>
              </a:xfrm>
              <a:prstGeom prst="pie">
                <a:avLst>
                  <a:gd name="adj1" fmla="val 0"/>
                  <a:gd name="adj2" fmla="val 5352054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부분 원형 44">
                <a:extLst>
                  <a:ext uri="{FF2B5EF4-FFF2-40B4-BE49-F238E27FC236}">
                    <a16:creationId xmlns:a16="http://schemas.microsoft.com/office/drawing/2014/main" id="{8E355E7F-4E75-8986-46A0-957C38D93694}"/>
                  </a:ext>
                </a:extLst>
              </p:cNvPr>
              <p:cNvSpPr/>
              <p:nvPr/>
            </p:nvSpPr>
            <p:spPr>
              <a:xfrm rot="19109575">
                <a:off x="7794676" y="1935233"/>
                <a:ext cx="434408" cy="434408"/>
              </a:xfrm>
              <a:prstGeom prst="pie">
                <a:avLst>
                  <a:gd name="adj1" fmla="val 0"/>
                  <a:gd name="adj2" fmla="val 5352054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57E56E8-5B7C-61EE-020E-B1E25DCB3057}"/>
              </a:ext>
            </a:extLst>
          </p:cNvPr>
          <p:cNvGrpSpPr/>
          <p:nvPr/>
        </p:nvGrpSpPr>
        <p:grpSpPr>
          <a:xfrm>
            <a:off x="6709923" y="5293925"/>
            <a:ext cx="734068" cy="434348"/>
            <a:chOff x="5570368" y="3945671"/>
            <a:chExt cx="734068" cy="434348"/>
          </a:xfrm>
          <a:solidFill>
            <a:srgbClr val="FF0000"/>
          </a:solidFill>
        </p:grpSpPr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C99F2E69-BAF2-46B6-3A85-5CEC0BB72551}"/>
                </a:ext>
              </a:extLst>
            </p:cNvPr>
            <p:cNvSpPr/>
            <p:nvPr/>
          </p:nvSpPr>
          <p:spPr>
            <a:xfrm rot="10800000">
              <a:off x="5570368" y="4053272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화살표: 오른쪽 14">
              <a:extLst>
                <a:ext uri="{FF2B5EF4-FFF2-40B4-BE49-F238E27FC236}">
                  <a16:creationId xmlns:a16="http://schemas.microsoft.com/office/drawing/2014/main" id="{CBDB63C9-369D-AD59-BBCE-75B6739E2B6F}"/>
                </a:ext>
              </a:extLst>
            </p:cNvPr>
            <p:cNvSpPr/>
            <p:nvPr/>
          </p:nvSpPr>
          <p:spPr>
            <a:xfrm>
              <a:off x="5980282" y="4053272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86C8873-F970-DA41-03B8-E9D1075ECC6E}"/>
                </a:ext>
              </a:extLst>
            </p:cNvPr>
            <p:cNvSpPr/>
            <p:nvPr/>
          </p:nvSpPr>
          <p:spPr>
            <a:xfrm>
              <a:off x="5720228" y="3945671"/>
              <a:ext cx="434348" cy="4343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93B772-0F38-6F50-ED9A-6DB0C5DD55DD}"/>
              </a:ext>
            </a:extLst>
          </p:cNvPr>
          <p:cNvGrpSpPr/>
          <p:nvPr/>
        </p:nvGrpSpPr>
        <p:grpSpPr>
          <a:xfrm rot="10800000">
            <a:off x="4174803" y="854882"/>
            <a:ext cx="584208" cy="579394"/>
            <a:chOff x="7644711" y="3800625"/>
            <a:chExt cx="584208" cy="579394"/>
          </a:xfrm>
          <a:solidFill>
            <a:srgbClr val="002060"/>
          </a:solidFill>
        </p:grpSpPr>
        <p:sp>
          <p:nvSpPr>
            <p:cNvPr id="19" name="화살표: 오른쪽 18">
              <a:extLst>
                <a:ext uri="{FF2B5EF4-FFF2-40B4-BE49-F238E27FC236}">
                  <a16:creationId xmlns:a16="http://schemas.microsoft.com/office/drawing/2014/main" id="{81182082-8405-1FC6-4498-1A1EAE2E2E3B}"/>
                </a:ext>
              </a:extLst>
            </p:cNvPr>
            <p:cNvSpPr/>
            <p:nvPr/>
          </p:nvSpPr>
          <p:spPr>
            <a:xfrm rot="10800000">
              <a:off x="7644711" y="4053272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화살표: 오른쪽 19">
              <a:extLst>
                <a:ext uri="{FF2B5EF4-FFF2-40B4-BE49-F238E27FC236}">
                  <a16:creationId xmlns:a16="http://schemas.microsoft.com/office/drawing/2014/main" id="{DEA41E0A-824D-71FA-2D4E-8C8DF2637A57}"/>
                </a:ext>
              </a:extLst>
            </p:cNvPr>
            <p:cNvSpPr/>
            <p:nvPr/>
          </p:nvSpPr>
          <p:spPr>
            <a:xfrm rot="16200000">
              <a:off x="7850442" y="3853130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17D49C49-ADE2-366A-F38A-502769DC060A}"/>
                </a:ext>
              </a:extLst>
            </p:cNvPr>
            <p:cNvSpPr/>
            <p:nvPr/>
          </p:nvSpPr>
          <p:spPr>
            <a:xfrm>
              <a:off x="7794571" y="3945671"/>
              <a:ext cx="434348" cy="4343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D281B44-E8E3-A91D-E645-6B8518CB58D5}"/>
              </a:ext>
            </a:extLst>
          </p:cNvPr>
          <p:cNvCxnSpPr>
            <a:cxnSpLocks/>
          </p:cNvCxnSpPr>
          <p:nvPr/>
        </p:nvCxnSpPr>
        <p:spPr>
          <a:xfrm>
            <a:off x="5183204" y="1062607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7FABADB6-09F7-B884-2B6C-C5AF1D56FF7F}"/>
              </a:ext>
            </a:extLst>
          </p:cNvPr>
          <p:cNvCxnSpPr>
            <a:cxnSpLocks/>
          </p:cNvCxnSpPr>
          <p:nvPr/>
        </p:nvCxnSpPr>
        <p:spPr>
          <a:xfrm>
            <a:off x="7970125" y="1080713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B5B5DBCA-A517-B765-013D-CCC7C30BF483}"/>
              </a:ext>
            </a:extLst>
          </p:cNvPr>
          <p:cNvCxnSpPr>
            <a:cxnSpLocks/>
          </p:cNvCxnSpPr>
          <p:nvPr/>
        </p:nvCxnSpPr>
        <p:spPr>
          <a:xfrm>
            <a:off x="7970125" y="5511097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92DD72DB-BC05-E59E-BD8A-960948BAEAFB}"/>
              </a:ext>
            </a:extLst>
          </p:cNvPr>
          <p:cNvCxnSpPr>
            <a:cxnSpLocks/>
          </p:cNvCxnSpPr>
          <p:nvPr/>
        </p:nvCxnSpPr>
        <p:spPr>
          <a:xfrm rot="5400000">
            <a:off x="3897169" y="2199936"/>
            <a:ext cx="989616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0259148-1E7B-158B-F366-0694EC49B9A7}"/>
              </a:ext>
            </a:extLst>
          </p:cNvPr>
          <p:cNvGrpSpPr/>
          <p:nvPr/>
        </p:nvGrpSpPr>
        <p:grpSpPr>
          <a:xfrm rot="5400000">
            <a:off x="4054401" y="2844267"/>
            <a:ext cx="596455" cy="734068"/>
            <a:chOff x="2758014" y="2927192"/>
            <a:chExt cx="596455" cy="734068"/>
          </a:xfrm>
        </p:grpSpPr>
        <p:sp>
          <p:nvSpPr>
            <p:cNvPr id="44" name="화살표: 오른쪽 43">
              <a:extLst>
                <a:ext uri="{FF2B5EF4-FFF2-40B4-BE49-F238E27FC236}">
                  <a16:creationId xmlns:a16="http://schemas.microsoft.com/office/drawing/2014/main" id="{250ED814-5179-0D1D-43DD-57EBC8F12ED3}"/>
                </a:ext>
              </a:extLst>
            </p:cNvPr>
            <p:cNvSpPr/>
            <p:nvPr/>
          </p:nvSpPr>
          <p:spPr>
            <a:xfrm rot="10800000">
              <a:off x="2758014" y="3184654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526287E4-E343-EB72-6165-C71D6E44A78A}"/>
                </a:ext>
              </a:extLst>
            </p:cNvPr>
            <p:cNvGrpSpPr/>
            <p:nvPr/>
          </p:nvGrpSpPr>
          <p:grpSpPr>
            <a:xfrm rot="5400000">
              <a:off x="2770231" y="3077052"/>
              <a:ext cx="734068" cy="434348"/>
              <a:chOff x="5570368" y="3945671"/>
              <a:chExt cx="734068" cy="434348"/>
            </a:xfrm>
            <a:solidFill>
              <a:srgbClr val="002060"/>
            </a:solidFill>
          </p:grpSpPr>
          <p:sp>
            <p:nvSpPr>
              <p:cNvPr id="32" name="화살표: 오른쪽 31">
                <a:extLst>
                  <a:ext uri="{FF2B5EF4-FFF2-40B4-BE49-F238E27FC236}">
                    <a16:creationId xmlns:a16="http://schemas.microsoft.com/office/drawing/2014/main" id="{FA8E46C1-DA3F-14D6-9BC1-0A9D5031830A}"/>
                  </a:ext>
                </a:extLst>
              </p:cNvPr>
              <p:cNvSpPr/>
              <p:nvPr/>
            </p:nvSpPr>
            <p:spPr>
              <a:xfrm rot="10800000">
                <a:off x="5570368" y="4053272"/>
                <a:ext cx="324154" cy="219143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" name="화살표: 오른쪽 32">
                <a:extLst>
                  <a:ext uri="{FF2B5EF4-FFF2-40B4-BE49-F238E27FC236}">
                    <a16:creationId xmlns:a16="http://schemas.microsoft.com/office/drawing/2014/main" id="{994DB8AC-36AD-F1B9-8C23-5E55167E8BAA}"/>
                  </a:ext>
                </a:extLst>
              </p:cNvPr>
              <p:cNvSpPr/>
              <p:nvPr/>
            </p:nvSpPr>
            <p:spPr>
              <a:xfrm>
                <a:off x="5980282" y="4053272"/>
                <a:ext cx="324154" cy="219143"/>
              </a:xfrm>
              <a:prstGeom prst="right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" name="타원 36">
                <a:extLst>
                  <a:ext uri="{FF2B5EF4-FFF2-40B4-BE49-F238E27FC236}">
                    <a16:creationId xmlns:a16="http://schemas.microsoft.com/office/drawing/2014/main" id="{CF76B058-3F5D-7F17-A541-2DB692241091}"/>
                  </a:ext>
                </a:extLst>
              </p:cNvPr>
              <p:cNvSpPr/>
              <p:nvPr/>
            </p:nvSpPr>
            <p:spPr>
              <a:xfrm>
                <a:off x="5720228" y="3945671"/>
                <a:ext cx="434348" cy="43434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50" name="부분 원형 49">
              <a:extLst>
                <a:ext uri="{FF2B5EF4-FFF2-40B4-BE49-F238E27FC236}">
                  <a16:creationId xmlns:a16="http://schemas.microsoft.com/office/drawing/2014/main" id="{3B9B466B-6A98-649C-63B7-730724C9E935}"/>
                </a:ext>
              </a:extLst>
            </p:cNvPr>
            <p:cNvSpPr/>
            <p:nvPr/>
          </p:nvSpPr>
          <p:spPr>
            <a:xfrm rot="2824238">
              <a:off x="2920061" y="3077022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1" name="부분 원형 50">
              <a:extLst>
                <a:ext uri="{FF2B5EF4-FFF2-40B4-BE49-F238E27FC236}">
                  <a16:creationId xmlns:a16="http://schemas.microsoft.com/office/drawing/2014/main" id="{981EB5B1-C9B5-46BF-3C15-81E78BEC983A}"/>
                </a:ext>
              </a:extLst>
            </p:cNvPr>
            <p:cNvSpPr/>
            <p:nvPr/>
          </p:nvSpPr>
          <p:spPr>
            <a:xfrm rot="8100000">
              <a:off x="2919861" y="3082967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CE1B79C7-2BE1-5791-F404-AEA8897E44D3}"/>
              </a:ext>
            </a:extLst>
          </p:cNvPr>
          <p:cNvCxnSpPr>
            <a:cxnSpLocks/>
          </p:cNvCxnSpPr>
          <p:nvPr/>
        </p:nvCxnSpPr>
        <p:spPr>
          <a:xfrm rot="5400000">
            <a:off x="9382923" y="2199936"/>
            <a:ext cx="989616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E6F8E1C-0C3E-0C13-3EA2-8FC8A5A231B8}"/>
              </a:ext>
            </a:extLst>
          </p:cNvPr>
          <p:cNvCxnSpPr>
            <a:cxnSpLocks/>
          </p:cNvCxnSpPr>
          <p:nvPr/>
        </p:nvCxnSpPr>
        <p:spPr>
          <a:xfrm rot="5400000">
            <a:off x="9322018" y="4370463"/>
            <a:ext cx="989616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D6137AE-D121-295A-6099-7983F727F8CD}"/>
              </a:ext>
            </a:extLst>
          </p:cNvPr>
          <p:cNvGrpSpPr/>
          <p:nvPr/>
        </p:nvGrpSpPr>
        <p:grpSpPr>
          <a:xfrm rot="10800000">
            <a:off x="9568231" y="5070746"/>
            <a:ext cx="582974" cy="600780"/>
            <a:chOff x="8249776" y="833497"/>
            <a:chExt cx="582974" cy="600780"/>
          </a:xfrm>
        </p:grpSpPr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3BDFF199-7289-B844-6F63-D7967ADACE5E}"/>
                </a:ext>
              </a:extLst>
            </p:cNvPr>
            <p:cNvSpPr/>
            <p:nvPr/>
          </p:nvSpPr>
          <p:spPr>
            <a:xfrm rot="5400000">
              <a:off x="8454108" y="1162628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AD8AC9EB-0EE5-D092-CC1E-F497B55E2CCF}"/>
                </a:ext>
              </a:extLst>
            </p:cNvPr>
            <p:cNvGrpSpPr/>
            <p:nvPr/>
          </p:nvGrpSpPr>
          <p:grpSpPr>
            <a:xfrm>
              <a:off x="8249776" y="833497"/>
              <a:ext cx="582974" cy="434573"/>
              <a:chOff x="7646110" y="1935233"/>
              <a:chExt cx="582974" cy="434573"/>
            </a:xfrm>
          </p:grpSpPr>
          <p:sp>
            <p:nvSpPr>
              <p:cNvPr id="69" name="화살표: 오른쪽 68">
                <a:extLst>
                  <a:ext uri="{FF2B5EF4-FFF2-40B4-BE49-F238E27FC236}">
                    <a16:creationId xmlns:a16="http://schemas.microsoft.com/office/drawing/2014/main" id="{FB45ACEE-D036-4C84-7DD1-BACA056B91E7}"/>
                  </a:ext>
                </a:extLst>
              </p:cNvPr>
              <p:cNvSpPr/>
              <p:nvPr/>
            </p:nvSpPr>
            <p:spPr>
              <a:xfrm rot="10800000">
                <a:off x="7646110" y="2060031"/>
                <a:ext cx="324154" cy="219143"/>
              </a:xfrm>
              <a:prstGeom prst="rightArrow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0" name="타원 69">
                <a:extLst>
                  <a:ext uri="{FF2B5EF4-FFF2-40B4-BE49-F238E27FC236}">
                    <a16:creationId xmlns:a16="http://schemas.microsoft.com/office/drawing/2014/main" id="{2769E6EE-571F-5193-EA3C-110ABD7D009A}"/>
                  </a:ext>
                </a:extLst>
              </p:cNvPr>
              <p:cNvSpPr/>
              <p:nvPr/>
            </p:nvSpPr>
            <p:spPr>
              <a:xfrm rot="10800000">
                <a:off x="7794571" y="1935398"/>
                <a:ext cx="434348" cy="434348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1" name="부분 원형 70">
                <a:extLst>
                  <a:ext uri="{FF2B5EF4-FFF2-40B4-BE49-F238E27FC236}">
                    <a16:creationId xmlns:a16="http://schemas.microsoft.com/office/drawing/2014/main" id="{423F7D2F-D71C-39BE-4A0F-A6B93A061204}"/>
                  </a:ext>
                </a:extLst>
              </p:cNvPr>
              <p:cNvSpPr/>
              <p:nvPr/>
            </p:nvSpPr>
            <p:spPr>
              <a:xfrm rot="2824238">
                <a:off x="7794511" y="1935398"/>
                <a:ext cx="434408" cy="434408"/>
              </a:xfrm>
              <a:prstGeom prst="pie">
                <a:avLst>
                  <a:gd name="adj1" fmla="val 0"/>
                  <a:gd name="adj2" fmla="val 5352054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부분 원형 71">
                <a:extLst>
                  <a:ext uri="{FF2B5EF4-FFF2-40B4-BE49-F238E27FC236}">
                    <a16:creationId xmlns:a16="http://schemas.microsoft.com/office/drawing/2014/main" id="{1EC0FA70-A877-DA50-854A-9050286765D5}"/>
                  </a:ext>
                </a:extLst>
              </p:cNvPr>
              <p:cNvSpPr/>
              <p:nvPr/>
            </p:nvSpPr>
            <p:spPr>
              <a:xfrm rot="19109575">
                <a:off x="7794676" y="1935233"/>
                <a:ext cx="434408" cy="434408"/>
              </a:xfrm>
              <a:prstGeom prst="pie">
                <a:avLst>
                  <a:gd name="adj1" fmla="val 0"/>
                  <a:gd name="adj2" fmla="val 5352054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24C841-33EB-30AE-8E24-06ACC18EB944}"/>
              </a:ext>
            </a:extLst>
          </p:cNvPr>
          <p:cNvGrpSpPr/>
          <p:nvPr/>
        </p:nvGrpSpPr>
        <p:grpSpPr>
          <a:xfrm rot="16200000">
            <a:off x="9537964" y="3003627"/>
            <a:ext cx="599037" cy="734068"/>
            <a:chOff x="9424204" y="2927192"/>
            <a:chExt cx="599037" cy="734068"/>
          </a:xfrm>
        </p:grpSpPr>
        <p:sp>
          <p:nvSpPr>
            <p:cNvPr id="55" name="화살표: 오른쪽 54">
              <a:extLst>
                <a:ext uri="{FF2B5EF4-FFF2-40B4-BE49-F238E27FC236}">
                  <a16:creationId xmlns:a16="http://schemas.microsoft.com/office/drawing/2014/main" id="{383C6EA1-A5E5-22B6-DD11-5586ED6D3735}"/>
                </a:ext>
              </a:extLst>
            </p:cNvPr>
            <p:cNvSpPr/>
            <p:nvPr/>
          </p:nvSpPr>
          <p:spPr>
            <a:xfrm rot="10800000">
              <a:off x="9424204" y="3184654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DC22C2F9-2611-553E-C114-35765E387F80}"/>
                </a:ext>
              </a:extLst>
            </p:cNvPr>
            <p:cNvGrpSpPr/>
            <p:nvPr/>
          </p:nvGrpSpPr>
          <p:grpSpPr>
            <a:xfrm rot="5400000">
              <a:off x="9436421" y="3077052"/>
              <a:ext cx="734068" cy="434348"/>
              <a:chOff x="5570368" y="3945671"/>
              <a:chExt cx="734068" cy="434348"/>
            </a:xfrm>
            <a:solidFill>
              <a:srgbClr val="FF0000"/>
            </a:solidFill>
          </p:grpSpPr>
          <p:sp>
            <p:nvSpPr>
              <p:cNvPr id="59" name="화살표: 오른쪽 58">
                <a:extLst>
                  <a:ext uri="{FF2B5EF4-FFF2-40B4-BE49-F238E27FC236}">
                    <a16:creationId xmlns:a16="http://schemas.microsoft.com/office/drawing/2014/main" id="{24DD2F5F-B263-83DC-6564-626F056EF4BB}"/>
                  </a:ext>
                </a:extLst>
              </p:cNvPr>
              <p:cNvSpPr/>
              <p:nvPr/>
            </p:nvSpPr>
            <p:spPr>
              <a:xfrm rot="10800000">
                <a:off x="5570368" y="4053272"/>
                <a:ext cx="324154" cy="219143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0" name="화살표: 오른쪽 59">
                <a:extLst>
                  <a:ext uri="{FF2B5EF4-FFF2-40B4-BE49-F238E27FC236}">
                    <a16:creationId xmlns:a16="http://schemas.microsoft.com/office/drawing/2014/main" id="{90B2619D-83AD-39D3-0609-6EC47DAED453}"/>
                  </a:ext>
                </a:extLst>
              </p:cNvPr>
              <p:cNvSpPr/>
              <p:nvPr/>
            </p:nvSpPr>
            <p:spPr>
              <a:xfrm>
                <a:off x="5980282" y="4053272"/>
                <a:ext cx="324154" cy="219143"/>
              </a:xfrm>
              <a:prstGeom prst="rightArrow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2EC83010-6317-10C7-EE52-BF7851912D0C}"/>
                  </a:ext>
                </a:extLst>
              </p:cNvPr>
              <p:cNvSpPr/>
              <p:nvPr/>
            </p:nvSpPr>
            <p:spPr>
              <a:xfrm>
                <a:off x="5720228" y="3945671"/>
                <a:ext cx="434348" cy="43434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57" name="부분 원형 56">
              <a:extLst>
                <a:ext uri="{FF2B5EF4-FFF2-40B4-BE49-F238E27FC236}">
                  <a16:creationId xmlns:a16="http://schemas.microsoft.com/office/drawing/2014/main" id="{4EC1A98B-101B-0765-5D35-34392F2D542C}"/>
                </a:ext>
              </a:extLst>
            </p:cNvPr>
            <p:cNvSpPr/>
            <p:nvPr/>
          </p:nvSpPr>
          <p:spPr>
            <a:xfrm rot="2824238">
              <a:off x="9586251" y="3077022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8" name="부분 원형 57">
              <a:extLst>
                <a:ext uri="{FF2B5EF4-FFF2-40B4-BE49-F238E27FC236}">
                  <a16:creationId xmlns:a16="http://schemas.microsoft.com/office/drawing/2014/main" id="{0C97203F-05F2-6871-0D9B-B265540EBEBF}"/>
                </a:ext>
              </a:extLst>
            </p:cNvPr>
            <p:cNvSpPr/>
            <p:nvPr/>
          </p:nvSpPr>
          <p:spPr>
            <a:xfrm rot="8100000">
              <a:off x="9586051" y="3082967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3" name="부분 원형 72">
              <a:extLst>
                <a:ext uri="{FF2B5EF4-FFF2-40B4-BE49-F238E27FC236}">
                  <a16:creationId xmlns:a16="http://schemas.microsoft.com/office/drawing/2014/main" id="{A9210AED-63D0-321E-AD74-F29016BFB907}"/>
                </a:ext>
              </a:extLst>
            </p:cNvPr>
            <p:cNvSpPr/>
            <p:nvPr/>
          </p:nvSpPr>
          <p:spPr>
            <a:xfrm rot="19064636">
              <a:off x="9588833" y="3083923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99074CC-BCF7-1D54-1045-A7EDB98D721E}"/>
              </a:ext>
            </a:extLst>
          </p:cNvPr>
          <p:cNvCxnSpPr>
            <a:cxnSpLocks/>
          </p:cNvCxnSpPr>
          <p:nvPr/>
        </p:nvCxnSpPr>
        <p:spPr>
          <a:xfrm>
            <a:off x="2702633" y="3288504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292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C3796-B36D-6D21-B4DD-D1B343ED6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21ED55-6D78-ED67-1600-EBFC1A3E8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</a:t>
            </a:r>
            <a:r>
              <a:rPr lang="en-US" altLang="ko-KR" dirty="0"/>
              <a:t>_03(</a:t>
            </a:r>
            <a:r>
              <a:rPr lang="ko-KR" altLang="en-US" dirty="0"/>
              <a:t>풀이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BB62737-038E-E9CC-874B-E3181C97EB46}"/>
              </a:ext>
            </a:extLst>
          </p:cNvPr>
          <p:cNvGrpSpPr/>
          <p:nvPr/>
        </p:nvGrpSpPr>
        <p:grpSpPr>
          <a:xfrm>
            <a:off x="6709923" y="852940"/>
            <a:ext cx="734068" cy="434348"/>
            <a:chOff x="5570368" y="3945671"/>
            <a:chExt cx="734068" cy="434348"/>
          </a:xfrm>
          <a:solidFill>
            <a:srgbClr val="002060"/>
          </a:solidFill>
        </p:grpSpPr>
        <p:sp>
          <p:nvSpPr>
            <p:cNvPr id="22" name="화살표: 오른쪽 21">
              <a:extLst>
                <a:ext uri="{FF2B5EF4-FFF2-40B4-BE49-F238E27FC236}">
                  <a16:creationId xmlns:a16="http://schemas.microsoft.com/office/drawing/2014/main" id="{E0748748-4B2E-0EA1-ED9D-207EF6B63916}"/>
                </a:ext>
              </a:extLst>
            </p:cNvPr>
            <p:cNvSpPr/>
            <p:nvPr/>
          </p:nvSpPr>
          <p:spPr>
            <a:xfrm rot="10800000">
              <a:off x="5570368" y="4053272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3E902496-F74C-BAFB-CA4A-9575BF2374F9}"/>
                </a:ext>
              </a:extLst>
            </p:cNvPr>
            <p:cNvSpPr/>
            <p:nvPr/>
          </p:nvSpPr>
          <p:spPr>
            <a:xfrm>
              <a:off x="5980282" y="4053272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EC6B1646-93A9-6529-991E-C80965E67B02}"/>
                </a:ext>
              </a:extLst>
            </p:cNvPr>
            <p:cNvSpPr/>
            <p:nvPr/>
          </p:nvSpPr>
          <p:spPr>
            <a:xfrm>
              <a:off x="5720228" y="3945671"/>
              <a:ext cx="434348" cy="4343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3FC36EE4-0CF1-4D27-41A3-9F8EB8BC42EE}"/>
              </a:ext>
            </a:extLst>
          </p:cNvPr>
          <p:cNvGrpSpPr/>
          <p:nvPr/>
        </p:nvGrpSpPr>
        <p:grpSpPr>
          <a:xfrm>
            <a:off x="6674350" y="2913847"/>
            <a:ext cx="769641" cy="772281"/>
            <a:chOff x="1464358" y="2902947"/>
            <a:chExt cx="704868" cy="681036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D30C663E-480A-6AD7-9774-2732FE057DCB}"/>
                </a:ext>
              </a:extLst>
            </p:cNvPr>
            <p:cNvSpPr/>
            <p:nvPr/>
          </p:nvSpPr>
          <p:spPr>
            <a:xfrm>
              <a:off x="1464358" y="2902947"/>
              <a:ext cx="704868" cy="6810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837CC029-A639-A094-C3B5-26C8836640F3}"/>
                </a:ext>
              </a:extLst>
            </p:cNvPr>
            <p:cNvSpPr/>
            <p:nvPr/>
          </p:nvSpPr>
          <p:spPr>
            <a:xfrm>
              <a:off x="1586247" y="3020715"/>
              <a:ext cx="461089" cy="44549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0BD7293C-EAA1-BA03-7DCB-93416ADBBE3C}"/>
              </a:ext>
            </a:extLst>
          </p:cNvPr>
          <p:cNvGrpSpPr/>
          <p:nvPr/>
        </p:nvGrpSpPr>
        <p:grpSpPr>
          <a:xfrm rot="5400000">
            <a:off x="4172396" y="5146472"/>
            <a:ext cx="584208" cy="579394"/>
            <a:chOff x="7644711" y="3800625"/>
            <a:chExt cx="584208" cy="579394"/>
          </a:xfrm>
          <a:solidFill>
            <a:srgbClr val="FF0000"/>
          </a:solidFill>
        </p:grpSpPr>
        <p:sp>
          <p:nvSpPr>
            <p:cNvPr id="27" name="화살표: 오른쪽 26">
              <a:extLst>
                <a:ext uri="{FF2B5EF4-FFF2-40B4-BE49-F238E27FC236}">
                  <a16:creationId xmlns:a16="http://schemas.microsoft.com/office/drawing/2014/main" id="{EB5AB749-1994-A766-E14A-19BC186E2D48}"/>
                </a:ext>
              </a:extLst>
            </p:cNvPr>
            <p:cNvSpPr/>
            <p:nvPr/>
          </p:nvSpPr>
          <p:spPr>
            <a:xfrm rot="10800000">
              <a:off x="7644711" y="4053272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화살표: 오른쪽 27">
              <a:extLst>
                <a:ext uri="{FF2B5EF4-FFF2-40B4-BE49-F238E27FC236}">
                  <a16:creationId xmlns:a16="http://schemas.microsoft.com/office/drawing/2014/main" id="{EF8E4035-3A53-B49B-5CA6-60A4A12E3AAA}"/>
                </a:ext>
              </a:extLst>
            </p:cNvPr>
            <p:cNvSpPr/>
            <p:nvPr/>
          </p:nvSpPr>
          <p:spPr>
            <a:xfrm rot="16200000">
              <a:off x="7850442" y="3853130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D6C72EC4-0240-9EE0-41F7-1A85A71FEC89}"/>
                </a:ext>
              </a:extLst>
            </p:cNvPr>
            <p:cNvSpPr/>
            <p:nvPr/>
          </p:nvSpPr>
          <p:spPr>
            <a:xfrm>
              <a:off x="7794571" y="3945671"/>
              <a:ext cx="434348" cy="4343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AF417B6-E737-D03C-37A8-9FCDDEE96216}"/>
              </a:ext>
            </a:extLst>
          </p:cNvPr>
          <p:cNvCxnSpPr>
            <a:cxnSpLocks/>
          </p:cNvCxnSpPr>
          <p:nvPr/>
        </p:nvCxnSpPr>
        <p:spPr>
          <a:xfrm>
            <a:off x="7970125" y="3327972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A15C58C2-BB8E-0AF5-BDE6-9B8C0EEDC7A6}"/>
              </a:ext>
            </a:extLst>
          </p:cNvPr>
          <p:cNvCxnSpPr>
            <a:cxnSpLocks/>
          </p:cNvCxnSpPr>
          <p:nvPr/>
        </p:nvCxnSpPr>
        <p:spPr>
          <a:xfrm>
            <a:off x="5183204" y="5527683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0B115BE-EB4B-EB06-BEA5-8608312BC637}"/>
              </a:ext>
            </a:extLst>
          </p:cNvPr>
          <p:cNvCxnSpPr>
            <a:cxnSpLocks/>
          </p:cNvCxnSpPr>
          <p:nvPr/>
        </p:nvCxnSpPr>
        <p:spPr>
          <a:xfrm rot="5400000">
            <a:off x="3897169" y="4370463"/>
            <a:ext cx="989616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B430951-F541-9A87-C115-F98C82722335}"/>
              </a:ext>
            </a:extLst>
          </p:cNvPr>
          <p:cNvGrpSpPr/>
          <p:nvPr/>
        </p:nvGrpSpPr>
        <p:grpSpPr>
          <a:xfrm>
            <a:off x="1668976" y="2914986"/>
            <a:ext cx="772281" cy="772281"/>
            <a:chOff x="1464358" y="2902947"/>
            <a:chExt cx="704868" cy="681036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903782E1-CC9F-CD96-4E97-B0AADA0F29CC}"/>
                </a:ext>
              </a:extLst>
            </p:cNvPr>
            <p:cNvSpPr/>
            <p:nvPr/>
          </p:nvSpPr>
          <p:spPr>
            <a:xfrm>
              <a:off x="1464358" y="2902947"/>
              <a:ext cx="704868" cy="6810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9FA4F3F0-252B-2564-44F7-83F271E918D2}"/>
                </a:ext>
              </a:extLst>
            </p:cNvPr>
            <p:cNvSpPr/>
            <p:nvPr/>
          </p:nvSpPr>
          <p:spPr>
            <a:xfrm>
              <a:off x="1586247" y="3020716"/>
              <a:ext cx="461089" cy="44549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8BDF6B64-EBA5-E465-4AB4-B9AC858B5559}"/>
              </a:ext>
            </a:extLst>
          </p:cNvPr>
          <p:cNvGrpSpPr/>
          <p:nvPr/>
        </p:nvGrpSpPr>
        <p:grpSpPr>
          <a:xfrm>
            <a:off x="9499675" y="833497"/>
            <a:ext cx="582974" cy="600780"/>
            <a:chOff x="8249776" y="833497"/>
            <a:chExt cx="582974" cy="600780"/>
          </a:xfrm>
        </p:grpSpPr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FC9F78A4-10AB-45FD-EA25-EB6AEFBB9E22}"/>
                </a:ext>
              </a:extLst>
            </p:cNvPr>
            <p:cNvSpPr/>
            <p:nvPr/>
          </p:nvSpPr>
          <p:spPr>
            <a:xfrm rot="5400000">
              <a:off x="8454108" y="1162628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8B46892-0BC4-DCB0-72BA-289AEE166324}"/>
                </a:ext>
              </a:extLst>
            </p:cNvPr>
            <p:cNvGrpSpPr/>
            <p:nvPr/>
          </p:nvGrpSpPr>
          <p:grpSpPr>
            <a:xfrm>
              <a:off x="8249776" y="833497"/>
              <a:ext cx="582974" cy="434573"/>
              <a:chOff x="7646110" y="1935233"/>
              <a:chExt cx="582974" cy="434573"/>
            </a:xfrm>
          </p:grpSpPr>
          <p:sp>
            <p:nvSpPr>
              <p:cNvPr id="24" name="화살표: 오른쪽 23">
                <a:extLst>
                  <a:ext uri="{FF2B5EF4-FFF2-40B4-BE49-F238E27FC236}">
                    <a16:creationId xmlns:a16="http://schemas.microsoft.com/office/drawing/2014/main" id="{99C9590C-E2C7-99BB-4659-EEB1C6AAE637}"/>
                  </a:ext>
                </a:extLst>
              </p:cNvPr>
              <p:cNvSpPr/>
              <p:nvPr/>
            </p:nvSpPr>
            <p:spPr>
              <a:xfrm rot="10800000">
                <a:off x="7646110" y="2060031"/>
                <a:ext cx="324154" cy="219143"/>
              </a:xfrm>
              <a:prstGeom prst="rightArrow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5508EAF1-4A2F-43BE-5646-F3C9DE66EC48}"/>
                  </a:ext>
                </a:extLst>
              </p:cNvPr>
              <p:cNvSpPr/>
              <p:nvPr/>
            </p:nvSpPr>
            <p:spPr>
              <a:xfrm rot="10800000">
                <a:off x="7794571" y="1935398"/>
                <a:ext cx="434348" cy="434348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6" name="부분 원형 25">
                <a:extLst>
                  <a:ext uri="{FF2B5EF4-FFF2-40B4-BE49-F238E27FC236}">
                    <a16:creationId xmlns:a16="http://schemas.microsoft.com/office/drawing/2014/main" id="{57B469DF-E18D-256D-E7A8-9CD7A305AA4C}"/>
                  </a:ext>
                </a:extLst>
              </p:cNvPr>
              <p:cNvSpPr/>
              <p:nvPr/>
            </p:nvSpPr>
            <p:spPr>
              <a:xfrm rot="2824238">
                <a:off x="7794511" y="1935398"/>
                <a:ext cx="434408" cy="434408"/>
              </a:xfrm>
              <a:prstGeom prst="pie">
                <a:avLst>
                  <a:gd name="adj1" fmla="val 0"/>
                  <a:gd name="adj2" fmla="val 5352054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부분 원형 44">
                <a:extLst>
                  <a:ext uri="{FF2B5EF4-FFF2-40B4-BE49-F238E27FC236}">
                    <a16:creationId xmlns:a16="http://schemas.microsoft.com/office/drawing/2014/main" id="{D71026BE-C697-D195-78CB-4C56D74B443F}"/>
                  </a:ext>
                </a:extLst>
              </p:cNvPr>
              <p:cNvSpPr/>
              <p:nvPr/>
            </p:nvSpPr>
            <p:spPr>
              <a:xfrm rot="19109575">
                <a:off x="7794676" y="1935233"/>
                <a:ext cx="434408" cy="434408"/>
              </a:xfrm>
              <a:prstGeom prst="pie">
                <a:avLst>
                  <a:gd name="adj1" fmla="val 0"/>
                  <a:gd name="adj2" fmla="val 5352054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FEEC165-1CD0-64DD-DF7D-7E33A3B83853}"/>
              </a:ext>
            </a:extLst>
          </p:cNvPr>
          <p:cNvGrpSpPr/>
          <p:nvPr/>
        </p:nvGrpSpPr>
        <p:grpSpPr>
          <a:xfrm>
            <a:off x="6709923" y="5293925"/>
            <a:ext cx="734068" cy="434348"/>
            <a:chOff x="5570368" y="3945671"/>
            <a:chExt cx="734068" cy="434348"/>
          </a:xfrm>
          <a:solidFill>
            <a:srgbClr val="FF0000"/>
          </a:solidFill>
        </p:grpSpPr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5489A821-224B-3D1E-D16F-AB3A6FE53681}"/>
                </a:ext>
              </a:extLst>
            </p:cNvPr>
            <p:cNvSpPr/>
            <p:nvPr/>
          </p:nvSpPr>
          <p:spPr>
            <a:xfrm rot="10800000">
              <a:off x="5570368" y="4053272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화살표: 오른쪽 14">
              <a:extLst>
                <a:ext uri="{FF2B5EF4-FFF2-40B4-BE49-F238E27FC236}">
                  <a16:creationId xmlns:a16="http://schemas.microsoft.com/office/drawing/2014/main" id="{F33E0479-9416-1C71-738A-2005E74B552D}"/>
                </a:ext>
              </a:extLst>
            </p:cNvPr>
            <p:cNvSpPr/>
            <p:nvPr/>
          </p:nvSpPr>
          <p:spPr>
            <a:xfrm>
              <a:off x="5980282" y="4053272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28A0EAE-AE8B-285C-C59E-A41BCC8E237C}"/>
                </a:ext>
              </a:extLst>
            </p:cNvPr>
            <p:cNvSpPr/>
            <p:nvPr/>
          </p:nvSpPr>
          <p:spPr>
            <a:xfrm>
              <a:off x="5720228" y="3945671"/>
              <a:ext cx="434348" cy="4343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D9161AF-CDDF-52A6-76B3-69740854DF72}"/>
              </a:ext>
            </a:extLst>
          </p:cNvPr>
          <p:cNvGrpSpPr/>
          <p:nvPr/>
        </p:nvGrpSpPr>
        <p:grpSpPr>
          <a:xfrm rot="10800000">
            <a:off x="4174803" y="854882"/>
            <a:ext cx="584208" cy="579394"/>
            <a:chOff x="7644711" y="3800625"/>
            <a:chExt cx="584208" cy="579394"/>
          </a:xfrm>
          <a:solidFill>
            <a:srgbClr val="002060"/>
          </a:solidFill>
        </p:grpSpPr>
        <p:sp>
          <p:nvSpPr>
            <p:cNvPr id="19" name="화살표: 오른쪽 18">
              <a:extLst>
                <a:ext uri="{FF2B5EF4-FFF2-40B4-BE49-F238E27FC236}">
                  <a16:creationId xmlns:a16="http://schemas.microsoft.com/office/drawing/2014/main" id="{0E1BA1ED-8E29-4C06-9B86-512D2A4771AB}"/>
                </a:ext>
              </a:extLst>
            </p:cNvPr>
            <p:cNvSpPr/>
            <p:nvPr/>
          </p:nvSpPr>
          <p:spPr>
            <a:xfrm rot="10800000">
              <a:off x="7644711" y="4053272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화살표: 오른쪽 19">
              <a:extLst>
                <a:ext uri="{FF2B5EF4-FFF2-40B4-BE49-F238E27FC236}">
                  <a16:creationId xmlns:a16="http://schemas.microsoft.com/office/drawing/2014/main" id="{7E8133FE-0506-7EE8-D09F-04B754E65B0D}"/>
                </a:ext>
              </a:extLst>
            </p:cNvPr>
            <p:cNvSpPr/>
            <p:nvPr/>
          </p:nvSpPr>
          <p:spPr>
            <a:xfrm rot="16200000">
              <a:off x="7850442" y="3853130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25C7E34B-6F1F-8773-1FF9-A1E4D402CEE2}"/>
                </a:ext>
              </a:extLst>
            </p:cNvPr>
            <p:cNvSpPr/>
            <p:nvPr/>
          </p:nvSpPr>
          <p:spPr>
            <a:xfrm>
              <a:off x="7794571" y="3945671"/>
              <a:ext cx="434348" cy="4343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BEDB5A8-864C-2A1A-7FDB-7FF30DEC5F0C}"/>
              </a:ext>
            </a:extLst>
          </p:cNvPr>
          <p:cNvCxnSpPr>
            <a:cxnSpLocks/>
          </p:cNvCxnSpPr>
          <p:nvPr/>
        </p:nvCxnSpPr>
        <p:spPr>
          <a:xfrm>
            <a:off x="5183204" y="1062607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787812E-5114-6BB1-0D47-FF25A907E684}"/>
              </a:ext>
            </a:extLst>
          </p:cNvPr>
          <p:cNvCxnSpPr>
            <a:cxnSpLocks/>
          </p:cNvCxnSpPr>
          <p:nvPr/>
        </p:nvCxnSpPr>
        <p:spPr>
          <a:xfrm>
            <a:off x="7970125" y="1080713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2EF68119-091B-9547-F84E-3BB24B4089A8}"/>
              </a:ext>
            </a:extLst>
          </p:cNvPr>
          <p:cNvCxnSpPr>
            <a:cxnSpLocks/>
          </p:cNvCxnSpPr>
          <p:nvPr/>
        </p:nvCxnSpPr>
        <p:spPr>
          <a:xfrm>
            <a:off x="7970125" y="5511097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409026D2-D5B9-FB9F-9D2D-3392D7D8FA1B}"/>
              </a:ext>
            </a:extLst>
          </p:cNvPr>
          <p:cNvCxnSpPr>
            <a:cxnSpLocks/>
          </p:cNvCxnSpPr>
          <p:nvPr/>
        </p:nvCxnSpPr>
        <p:spPr>
          <a:xfrm rot="5400000">
            <a:off x="3897169" y="2199936"/>
            <a:ext cx="989616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F1CC724D-307D-D742-BE90-97A45059DF78}"/>
              </a:ext>
            </a:extLst>
          </p:cNvPr>
          <p:cNvGrpSpPr/>
          <p:nvPr/>
        </p:nvGrpSpPr>
        <p:grpSpPr>
          <a:xfrm>
            <a:off x="4007913" y="2927192"/>
            <a:ext cx="596455" cy="734068"/>
            <a:chOff x="2758014" y="2927192"/>
            <a:chExt cx="596455" cy="734068"/>
          </a:xfrm>
        </p:grpSpPr>
        <p:sp>
          <p:nvSpPr>
            <p:cNvPr id="44" name="화살표: 오른쪽 43">
              <a:extLst>
                <a:ext uri="{FF2B5EF4-FFF2-40B4-BE49-F238E27FC236}">
                  <a16:creationId xmlns:a16="http://schemas.microsoft.com/office/drawing/2014/main" id="{762D419F-9B07-1696-A0A8-2BDAB2744575}"/>
                </a:ext>
              </a:extLst>
            </p:cNvPr>
            <p:cNvSpPr/>
            <p:nvPr/>
          </p:nvSpPr>
          <p:spPr>
            <a:xfrm rot="10800000">
              <a:off x="2758014" y="3184654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E3F826BD-2524-A591-56F7-4D0DA454C83A}"/>
                </a:ext>
              </a:extLst>
            </p:cNvPr>
            <p:cNvGrpSpPr/>
            <p:nvPr/>
          </p:nvGrpSpPr>
          <p:grpSpPr>
            <a:xfrm rot="5400000">
              <a:off x="2770231" y="3077052"/>
              <a:ext cx="734068" cy="434348"/>
              <a:chOff x="5570368" y="3945671"/>
              <a:chExt cx="734068" cy="434348"/>
            </a:xfrm>
            <a:solidFill>
              <a:srgbClr val="002060"/>
            </a:solidFill>
          </p:grpSpPr>
          <p:sp>
            <p:nvSpPr>
              <p:cNvPr id="32" name="화살표: 오른쪽 31">
                <a:extLst>
                  <a:ext uri="{FF2B5EF4-FFF2-40B4-BE49-F238E27FC236}">
                    <a16:creationId xmlns:a16="http://schemas.microsoft.com/office/drawing/2014/main" id="{F48F13B0-EDA3-A4A6-3305-7F179EB12275}"/>
                  </a:ext>
                </a:extLst>
              </p:cNvPr>
              <p:cNvSpPr/>
              <p:nvPr/>
            </p:nvSpPr>
            <p:spPr>
              <a:xfrm rot="10800000">
                <a:off x="5570368" y="4053272"/>
                <a:ext cx="324154" cy="219143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" name="화살표: 오른쪽 32">
                <a:extLst>
                  <a:ext uri="{FF2B5EF4-FFF2-40B4-BE49-F238E27FC236}">
                    <a16:creationId xmlns:a16="http://schemas.microsoft.com/office/drawing/2014/main" id="{F7269CF0-CEAA-D8B7-B7B1-69BDA499E784}"/>
                  </a:ext>
                </a:extLst>
              </p:cNvPr>
              <p:cNvSpPr/>
              <p:nvPr/>
            </p:nvSpPr>
            <p:spPr>
              <a:xfrm>
                <a:off x="5980282" y="4053272"/>
                <a:ext cx="324154" cy="219143"/>
              </a:xfrm>
              <a:prstGeom prst="right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7" name="타원 36">
                <a:extLst>
                  <a:ext uri="{FF2B5EF4-FFF2-40B4-BE49-F238E27FC236}">
                    <a16:creationId xmlns:a16="http://schemas.microsoft.com/office/drawing/2014/main" id="{E53A9A4B-C4EC-FFCE-B04E-31F95E907014}"/>
                  </a:ext>
                </a:extLst>
              </p:cNvPr>
              <p:cNvSpPr/>
              <p:nvPr/>
            </p:nvSpPr>
            <p:spPr>
              <a:xfrm>
                <a:off x="5720228" y="3945671"/>
                <a:ext cx="434348" cy="43434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50" name="부분 원형 49">
              <a:extLst>
                <a:ext uri="{FF2B5EF4-FFF2-40B4-BE49-F238E27FC236}">
                  <a16:creationId xmlns:a16="http://schemas.microsoft.com/office/drawing/2014/main" id="{593E4845-8CB0-8308-E84A-76854753D87A}"/>
                </a:ext>
              </a:extLst>
            </p:cNvPr>
            <p:cNvSpPr/>
            <p:nvPr/>
          </p:nvSpPr>
          <p:spPr>
            <a:xfrm rot="2824238">
              <a:off x="2920061" y="3077022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1" name="부분 원형 50">
              <a:extLst>
                <a:ext uri="{FF2B5EF4-FFF2-40B4-BE49-F238E27FC236}">
                  <a16:creationId xmlns:a16="http://schemas.microsoft.com/office/drawing/2014/main" id="{D26BA744-CC18-3D28-A93F-01DF9F02822D}"/>
                </a:ext>
              </a:extLst>
            </p:cNvPr>
            <p:cNvSpPr/>
            <p:nvPr/>
          </p:nvSpPr>
          <p:spPr>
            <a:xfrm rot="8100000">
              <a:off x="2919861" y="3082967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55" name="화살표: 오른쪽 54">
            <a:extLst>
              <a:ext uri="{FF2B5EF4-FFF2-40B4-BE49-F238E27FC236}">
                <a16:creationId xmlns:a16="http://schemas.microsoft.com/office/drawing/2014/main" id="{0A489E9E-8FB3-9828-567A-5BB158BD21F4}"/>
              </a:ext>
            </a:extLst>
          </p:cNvPr>
          <p:cNvSpPr/>
          <p:nvPr/>
        </p:nvSpPr>
        <p:spPr>
          <a:xfrm rot="10800000">
            <a:off x="9424204" y="3184654"/>
            <a:ext cx="324154" cy="21914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570BE16C-68E5-2755-AA1F-FCCB357B3D7B}"/>
              </a:ext>
            </a:extLst>
          </p:cNvPr>
          <p:cNvGrpSpPr/>
          <p:nvPr/>
        </p:nvGrpSpPr>
        <p:grpSpPr>
          <a:xfrm rot="5400000">
            <a:off x="9436421" y="3077052"/>
            <a:ext cx="734068" cy="434348"/>
            <a:chOff x="5570368" y="3945671"/>
            <a:chExt cx="734068" cy="434348"/>
          </a:xfrm>
          <a:solidFill>
            <a:srgbClr val="FF0000"/>
          </a:solidFill>
        </p:grpSpPr>
        <p:sp>
          <p:nvSpPr>
            <p:cNvPr id="59" name="화살표: 오른쪽 58">
              <a:extLst>
                <a:ext uri="{FF2B5EF4-FFF2-40B4-BE49-F238E27FC236}">
                  <a16:creationId xmlns:a16="http://schemas.microsoft.com/office/drawing/2014/main" id="{C3FF6DCF-C298-AFEB-B84F-A37443DBB35F}"/>
                </a:ext>
              </a:extLst>
            </p:cNvPr>
            <p:cNvSpPr/>
            <p:nvPr/>
          </p:nvSpPr>
          <p:spPr>
            <a:xfrm rot="10800000">
              <a:off x="5570368" y="4053272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0" name="화살표: 오른쪽 59">
              <a:extLst>
                <a:ext uri="{FF2B5EF4-FFF2-40B4-BE49-F238E27FC236}">
                  <a16:creationId xmlns:a16="http://schemas.microsoft.com/office/drawing/2014/main" id="{E041D17C-83DD-8D7F-4046-E173F3DC83AC}"/>
                </a:ext>
              </a:extLst>
            </p:cNvPr>
            <p:cNvSpPr/>
            <p:nvPr/>
          </p:nvSpPr>
          <p:spPr>
            <a:xfrm>
              <a:off x="5980282" y="4053272"/>
              <a:ext cx="324154" cy="219143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336F302E-625B-D92F-8EF7-3632775CCA60}"/>
                </a:ext>
              </a:extLst>
            </p:cNvPr>
            <p:cNvSpPr/>
            <p:nvPr/>
          </p:nvSpPr>
          <p:spPr>
            <a:xfrm>
              <a:off x="5720228" y="3945671"/>
              <a:ext cx="434348" cy="4343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57" name="부분 원형 56">
            <a:extLst>
              <a:ext uri="{FF2B5EF4-FFF2-40B4-BE49-F238E27FC236}">
                <a16:creationId xmlns:a16="http://schemas.microsoft.com/office/drawing/2014/main" id="{FCBAECA7-79C5-AEC9-5717-2F2596B9EBF2}"/>
              </a:ext>
            </a:extLst>
          </p:cNvPr>
          <p:cNvSpPr/>
          <p:nvPr/>
        </p:nvSpPr>
        <p:spPr>
          <a:xfrm rot="2824238">
            <a:off x="9586251" y="3077022"/>
            <a:ext cx="434408" cy="434408"/>
          </a:xfrm>
          <a:prstGeom prst="pie">
            <a:avLst>
              <a:gd name="adj1" fmla="val 0"/>
              <a:gd name="adj2" fmla="val 535205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부분 원형 57">
            <a:extLst>
              <a:ext uri="{FF2B5EF4-FFF2-40B4-BE49-F238E27FC236}">
                <a16:creationId xmlns:a16="http://schemas.microsoft.com/office/drawing/2014/main" id="{C3894BC9-4709-09B2-AE3F-6D4262F14719}"/>
              </a:ext>
            </a:extLst>
          </p:cNvPr>
          <p:cNvSpPr/>
          <p:nvPr/>
        </p:nvSpPr>
        <p:spPr>
          <a:xfrm rot="8100000">
            <a:off x="9586051" y="3082967"/>
            <a:ext cx="434408" cy="434408"/>
          </a:xfrm>
          <a:prstGeom prst="pie">
            <a:avLst>
              <a:gd name="adj1" fmla="val 0"/>
              <a:gd name="adj2" fmla="val 535205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615D4EBB-E72E-EFE3-DE47-E7D4ABC8A63E}"/>
              </a:ext>
            </a:extLst>
          </p:cNvPr>
          <p:cNvCxnSpPr>
            <a:cxnSpLocks/>
          </p:cNvCxnSpPr>
          <p:nvPr/>
        </p:nvCxnSpPr>
        <p:spPr>
          <a:xfrm rot="5400000">
            <a:off x="9382923" y="2199936"/>
            <a:ext cx="989616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BACEB98B-2E72-FDBB-D1F1-DDE124BCFA49}"/>
              </a:ext>
            </a:extLst>
          </p:cNvPr>
          <p:cNvCxnSpPr>
            <a:cxnSpLocks/>
          </p:cNvCxnSpPr>
          <p:nvPr/>
        </p:nvCxnSpPr>
        <p:spPr>
          <a:xfrm rot="5400000">
            <a:off x="9322018" y="4370463"/>
            <a:ext cx="989616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127C33E6-9C69-7036-209E-28BAE586122A}"/>
              </a:ext>
            </a:extLst>
          </p:cNvPr>
          <p:cNvGrpSpPr/>
          <p:nvPr/>
        </p:nvGrpSpPr>
        <p:grpSpPr>
          <a:xfrm rot="5400000">
            <a:off x="9435359" y="5189458"/>
            <a:ext cx="582974" cy="600780"/>
            <a:chOff x="8249776" y="833497"/>
            <a:chExt cx="582974" cy="600780"/>
          </a:xfrm>
        </p:grpSpPr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66F7D860-4F2A-6F79-017B-084E6CF89506}"/>
                </a:ext>
              </a:extLst>
            </p:cNvPr>
            <p:cNvSpPr/>
            <p:nvPr/>
          </p:nvSpPr>
          <p:spPr>
            <a:xfrm rot="5400000">
              <a:off x="8454108" y="1162628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0340A6F4-8453-2D2F-2254-C31CEF401F7E}"/>
                </a:ext>
              </a:extLst>
            </p:cNvPr>
            <p:cNvGrpSpPr/>
            <p:nvPr/>
          </p:nvGrpSpPr>
          <p:grpSpPr>
            <a:xfrm>
              <a:off x="8249776" y="833497"/>
              <a:ext cx="582974" cy="434573"/>
              <a:chOff x="7646110" y="1935233"/>
              <a:chExt cx="582974" cy="434573"/>
            </a:xfrm>
          </p:grpSpPr>
          <p:sp>
            <p:nvSpPr>
              <p:cNvPr id="69" name="화살표: 오른쪽 68">
                <a:extLst>
                  <a:ext uri="{FF2B5EF4-FFF2-40B4-BE49-F238E27FC236}">
                    <a16:creationId xmlns:a16="http://schemas.microsoft.com/office/drawing/2014/main" id="{2422221D-D92B-8519-1AC1-0A7DFB2A4856}"/>
                  </a:ext>
                </a:extLst>
              </p:cNvPr>
              <p:cNvSpPr/>
              <p:nvPr/>
            </p:nvSpPr>
            <p:spPr>
              <a:xfrm rot="10800000">
                <a:off x="7646110" y="2060031"/>
                <a:ext cx="324154" cy="219143"/>
              </a:xfrm>
              <a:prstGeom prst="rightArrow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0" name="타원 69">
                <a:extLst>
                  <a:ext uri="{FF2B5EF4-FFF2-40B4-BE49-F238E27FC236}">
                    <a16:creationId xmlns:a16="http://schemas.microsoft.com/office/drawing/2014/main" id="{56F6889D-44A0-5DB4-DBBB-EE2AEAEE3DDB}"/>
                  </a:ext>
                </a:extLst>
              </p:cNvPr>
              <p:cNvSpPr/>
              <p:nvPr/>
            </p:nvSpPr>
            <p:spPr>
              <a:xfrm rot="10800000">
                <a:off x="7794571" y="1935398"/>
                <a:ext cx="434348" cy="434348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1" name="부분 원형 70">
                <a:extLst>
                  <a:ext uri="{FF2B5EF4-FFF2-40B4-BE49-F238E27FC236}">
                    <a16:creationId xmlns:a16="http://schemas.microsoft.com/office/drawing/2014/main" id="{9A0339DB-A701-E2A8-0E33-AC7A89C11A3B}"/>
                  </a:ext>
                </a:extLst>
              </p:cNvPr>
              <p:cNvSpPr/>
              <p:nvPr/>
            </p:nvSpPr>
            <p:spPr>
              <a:xfrm rot="2824238">
                <a:off x="7794511" y="1935398"/>
                <a:ext cx="434408" cy="434408"/>
              </a:xfrm>
              <a:prstGeom prst="pie">
                <a:avLst>
                  <a:gd name="adj1" fmla="val 0"/>
                  <a:gd name="adj2" fmla="val 5352054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부분 원형 71">
                <a:extLst>
                  <a:ext uri="{FF2B5EF4-FFF2-40B4-BE49-F238E27FC236}">
                    <a16:creationId xmlns:a16="http://schemas.microsoft.com/office/drawing/2014/main" id="{37F8AADC-0392-BC38-88AF-7AFBB51A40C0}"/>
                  </a:ext>
                </a:extLst>
              </p:cNvPr>
              <p:cNvSpPr/>
              <p:nvPr/>
            </p:nvSpPr>
            <p:spPr>
              <a:xfrm rot="19109575">
                <a:off x="7794676" y="1935233"/>
                <a:ext cx="434408" cy="434408"/>
              </a:xfrm>
              <a:prstGeom prst="pie">
                <a:avLst>
                  <a:gd name="adj1" fmla="val 0"/>
                  <a:gd name="adj2" fmla="val 5352054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73" name="부분 원형 72">
            <a:extLst>
              <a:ext uri="{FF2B5EF4-FFF2-40B4-BE49-F238E27FC236}">
                <a16:creationId xmlns:a16="http://schemas.microsoft.com/office/drawing/2014/main" id="{CD80A072-D70E-E73C-A9E2-B73AE92CCC41}"/>
              </a:ext>
            </a:extLst>
          </p:cNvPr>
          <p:cNvSpPr/>
          <p:nvPr/>
        </p:nvSpPr>
        <p:spPr>
          <a:xfrm rot="19064636">
            <a:off x="9588833" y="3083923"/>
            <a:ext cx="434408" cy="434408"/>
          </a:xfrm>
          <a:prstGeom prst="pie">
            <a:avLst>
              <a:gd name="adj1" fmla="val 0"/>
              <a:gd name="adj2" fmla="val 535205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792AB31E-81AC-DACE-1FB4-9CA83A215F51}"/>
              </a:ext>
            </a:extLst>
          </p:cNvPr>
          <p:cNvCxnSpPr>
            <a:cxnSpLocks/>
          </p:cNvCxnSpPr>
          <p:nvPr/>
        </p:nvCxnSpPr>
        <p:spPr>
          <a:xfrm>
            <a:off x="2702633" y="3288504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551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AFCD3-D1CD-D6E8-3B0B-CE950F82F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1E2775-28B4-5E56-3D57-2CDE47F38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</a:t>
            </a:r>
            <a:r>
              <a:rPr lang="en-US" altLang="ko-KR" dirty="0"/>
              <a:t>_04(</a:t>
            </a:r>
            <a:r>
              <a:rPr lang="ko-KR" altLang="en-US" dirty="0"/>
              <a:t>문제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8C61516-EFA5-3E1D-040B-0745168253A7}"/>
              </a:ext>
            </a:extLst>
          </p:cNvPr>
          <p:cNvGrpSpPr/>
          <p:nvPr/>
        </p:nvGrpSpPr>
        <p:grpSpPr>
          <a:xfrm>
            <a:off x="6674350" y="2396465"/>
            <a:ext cx="769641" cy="772281"/>
            <a:chOff x="1464358" y="2902947"/>
            <a:chExt cx="704868" cy="681036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12DFF08E-8BCB-F52C-7DC0-606F15D89F3B}"/>
                </a:ext>
              </a:extLst>
            </p:cNvPr>
            <p:cNvSpPr/>
            <p:nvPr/>
          </p:nvSpPr>
          <p:spPr>
            <a:xfrm>
              <a:off x="1464358" y="2902947"/>
              <a:ext cx="704868" cy="6810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0F2A45C2-3011-D51B-2D97-A7F3EDFF83CD}"/>
                </a:ext>
              </a:extLst>
            </p:cNvPr>
            <p:cNvSpPr/>
            <p:nvPr/>
          </p:nvSpPr>
          <p:spPr>
            <a:xfrm>
              <a:off x="1586247" y="3020715"/>
              <a:ext cx="461089" cy="44549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07E90082-8B39-D900-B3C3-C2FBC6455939}"/>
              </a:ext>
            </a:extLst>
          </p:cNvPr>
          <p:cNvGrpSpPr/>
          <p:nvPr/>
        </p:nvGrpSpPr>
        <p:grpSpPr>
          <a:xfrm rot="16200000">
            <a:off x="3963240" y="5651192"/>
            <a:ext cx="584208" cy="579394"/>
            <a:chOff x="7644711" y="3800625"/>
            <a:chExt cx="584208" cy="579394"/>
          </a:xfrm>
          <a:solidFill>
            <a:srgbClr val="002060"/>
          </a:solidFill>
        </p:grpSpPr>
        <p:sp>
          <p:nvSpPr>
            <p:cNvPr id="27" name="화살표: 오른쪽 26">
              <a:extLst>
                <a:ext uri="{FF2B5EF4-FFF2-40B4-BE49-F238E27FC236}">
                  <a16:creationId xmlns:a16="http://schemas.microsoft.com/office/drawing/2014/main" id="{3B7F77C3-D80A-0A40-B38C-6DB866172566}"/>
                </a:ext>
              </a:extLst>
            </p:cNvPr>
            <p:cNvSpPr/>
            <p:nvPr/>
          </p:nvSpPr>
          <p:spPr>
            <a:xfrm rot="10800000">
              <a:off x="7644711" y="4053272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화살표: 오른쪽 27">
              <a:extLst>
                <a:ext uri="{FF2B5EF4-FFF2-40B4-BE49-F238E27FC236}">
                  <a16:creationId xmlns:a16="http://schemas.microsoft.com/office/drawing/2014/main" id="{BAE6091C-83D9-7E8E-5875-7AD1ED595D84}"/>
                </a:ext>
              </a:extLst>
            </p:cNvPr>
            <p:cNvSpPr/>
            <p:nvPr/>
          </p:nvSpPr>
          <p:spPr>
            <a:xfrm rot="16200000">
              <a:off x="7850442" y="3853130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84EAA751-9A81-E31B-AF09-C238F894EF45}"/>
                </a:ext>
              </a:extLst>
            </p:cNvPr>
            <p:cNvSpPr/>
            <p:nvPr/>
          </p:nvSpPr>
          <p:spPr>
            <a:xfrm>
              <a:off x="7794571" y="3945671"/>
              <a:ext cx="434348" cy="4343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30889067-6ADB-CA06-0BF6-46DFB6489CBE}"/>
              </a:ext>
            </a:extLst>
          </p:cNvPr>
          <p:cNvCxnSpPr>
            <a:cxnSpLocks/>
          </p:cNvCxnSpPr>
          <p:nvPr/>
        </p:nvCxnSpPr>
        <p:spPr>
          <a:xfrm>
            <a:off x="5065626" y="5926225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0E1DF323-CC31-A45E-B334-6C0D9A358668}"/>
              </a:ext>
            </a:extLst>
          </p:cNvPr>
          <p:cNvCxnSpPr>
            <a:cxnSpLocks/>
          </p:cNvCxnSpPr>
          <p:nvPr/>
        </p:nvCxnSpPr>
        <p:spPr>
          <a:xfrm>
            <a:off x="7065548" y="3429000"/>
            <a:ext cx="3411" cy="494808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7D7B5FB-03F1-C65B-EE82-AF09A27CC9DC}"/>
              </a:ext>
            </a:extLst>
          </p:cNvPr>
          <p:cNvGrpSpPr/>
          <p:nvPr/>
        </p:nvGrpSpPr>
        <p:grpSpPr>
          <a:xfrm rot="10800000">
            <a:off x="2334820" y="846721"/>
            <a:ext cx="584208" cy="579394"/>
            <a:chOff x="7644711" y="3800625"/>
            <a:chExt cx="584208" cy="579394"/>
          </a:xfrm>
          <a:solidFill>
            <a:srgbClr val="002060"/>
          </a:solidFill>
        </p:grpSpPr>
        <p:sp>
          <p:nvSpPr>
            <p:cNvPr id="19" name="화살표: 오른쪽 18">
              <a:extLst>
                <a:ext uri="{FF2B5EF4-FFF2-40B4-BE49-F238E27FC236}">
                  <a16:creationId xmlns:a16="http://schemas.microsoft.com/office/drawing/2014/main" id="{B2C1DC6A-B9DE-F253-2577-0ED3C0211B9B}"/>
                </a:ext>
              </a:extLst>
            </p:cNvPr>
            <p:cNvSpPr/>
            <p:nvPr/>
          </p:nvSpPr>
          <p:spPr>
            <a:xfrm rot="10800000">
              <a:off x="7644711" y="4053272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화살표: 오른쪽 19">
              <a:extLst>
                <a:ext uri="{FF2B5EF4-FFF2-40B4-BE49-F238E27FC236}">
                  <a16:creationId xmlns:a16="http://schemas.microsoft.com/office/drawing/2014/main" id="{5E947247-A905-5FE5-6582-1293ECE8ACCB}"/>
                </a:ext>
              </a:extLst>
            </p:cNvPr>
            <p:cNvSpPr/>
            <p:nvPr/>
          </p:nvSpPr>
          <p:spPr>
            <a:xfrm rot="16200000">
              <a:off x="7850442" y="3853130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D6B079FF-A767-61B3-5AD3-151F66A21662}"/>
                </a:ext>
              </a:extLst>
            </p:cNvPr>
            <p:cNvSpPr/>
            <p:nvPr/>
          </p:nvSpPr>
          <p:spPr>
            <a:xfrm>
              <a:off x="7794571" y="3945671"/>
              <a:ext cx="434348" cy="4343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7B7CEA5-8E8E-A6DD-3F99-FFDA7D0545C6}"/>
              </a:ext>
            </a:extLst>
          </p:cNvPr>
          <p:cNvCxnSpPr>
            <a:cxnSpLocks/>
          </p:cNvCxnSpPr>
          <p:nvPr/>
        </p:nvCxnSpPr>
        <p:spPr>
          <a:xfrm>
            <a:off x="3434169" y="1057936"/>
            <a:ext cx="2738652" cy="4671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C2823E1E-A7B1-8DC3-62D9-C3B468A42F81}"/>
              </a:ext>
            </a:extLst>
          </p:cNvPr>
          <p:cNvCxnSpPr>
            <a:cxnSpLocks/>
          </p:cNvCxnSpPr>
          <p:nvPr/>
        </p:nvCxnSpPr>
        <p:spPr>
          <a:xfrm>
            <a:off x="7970125" y="5935185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2683E8EA-897E-4155-33DD-8447C8BA1847}"/>
              </a:ext>
            </a:extLst>
          </p:cNvPr>
          <p:cNvGrpSpPr/>
          <p:nvPr/>
        </p:nvGrpSpPr>
        <p:grpSpPr>
          <a:xfrm rot="5400000">
            <a:off x="9456871" y="5551716"/>
            <a:ext cx="582974" cy="600780"/>
            <a:chOff x="8249776" y="833497"/>
            <a:chExt cx="582974" cy="600780"/>
          </a:xfrm>
        </p:grpSpPr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DFC382FF-C355-A557-DC13-70B43887E8D0}"/>
                </a:ext>
              </a:extLst>
            </p:cNvPr>
            <p:cNvSpPr/>
            <p:nvPr/>
          </p:nvSpPr>
          <p:spPr>
            <a:xfrm rot="5400000">
              <a:off x="8454108" y="1162628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E3F77C0F-1E5C-3203-0AEC-6C5C01AF6094}"/>
                </a:ext>
              </a:extLst>
            </p:cNvPr>
            <p:cNvGrpSpPr/>
            <p:nvPr/>
          </p:nvGrpSpPr>
          <p:grpSpPr>
            <a:xfrm>
              <a:off x="8249776" y="833497"/>
              <a:ext cx="582974" cy="434573"/>
              <a:chOff x="7646110" y="1935233"/>
              <a:chExt cx="582974" cy="434573"/>
            </a:xfrm>
          </p:grpSpPr>
          <p:sp>
            <p:nvSpPr>
              <p:cNvPr id="69" name="화살표: 오른쪽 68">
                <a:extLst>
                  <a:ext uri="{FF2B5EF4-FFF2-40B4-BE49-F238E27FC236}">
                    <a16:creationId xmlns:a16="http://schemas.microsoft.com/office/drawing/2014/main" id="{090422D3-63A3-ED70-F78A-691A408A46CA}"/>
                  </a:ext>
                </a:extLst>
              </p:cNvPr>
              <p:cNvSpPr/>
              <p:nvPr/>
            </p:nvSpPr>
            <p:spPr>
              <a:xfrm rot="10800000">
                <a:off x="7646110" y="2060031"/>
                <a:ext cx="324154" cy="219143"/>
              </a:xfrm>
              <a:prstGeom prst="rightArrow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0" name="타원 69">
                <a:extLst>
                  <a:ext uri="{FF2B5EF4-FFF2-40B4-BE49-F238E27FC236}">
                    <a16:creationId xmlns:a16="http://schemas.microsoft.com/office/drawing/2014/main" id="{4166DF7F-FB1B-488F-4691-E6D2BD735993}"/>
                  </a:ext>
                </a:extLst>
              </p:cNvPr>
              <p:cNvSpPr/>
              <p:nvPr/>
            </p:nvSpPr>
            <p:spPr>
              <a:xfrm rot="10800000">
                <a:off x="7794571" y="1935398"/>
                <a:ext cx="434348" cy="434348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1" name="부분 원형 70">
                <a:extLst>
                  <a:ext uri="{FF2B5EF4-FFF2-40B4-BE49-F238E27FC236}">
                    <a16:creationId xmlns:a16="http://schemas.microsoft.com/office/drawing/2014/main" id="{E43E63B1-AA83-4D40-4DC8-B17A37FAB4E4}"/>
                  </a:ext>
                </a:extLst>
              </p:cNvPr>
              <p:cNvSpPr/>
              <p:nvPr/>
            </p:nvSpPr>
            <p:spPr>
              <a:xfrm rot="2824238">
                <a:off x="7794511" y="1935398"/>
                <a:ext cx="434408" cy="434408"/>
              </a:xfrm>
              <a:prstGeom prst="pie">
                <a:avLst>
                  <a:gd name="adj1" fmla="val 0"/>
                  <a:gd name="adj2" fmla="val 5352054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부분 원형 71">
                <a:extLst>
                  <a:ext uri="{FF2B5EF4-FFF2-40B4-BE49-F238E27FC236}">
                    <a16:creationId xmlns:a16="http://schemas.microsoft.com/office/drawing/2014/main" id="{F81429F4-0BFB-35DE-81A2-2D2C9AFAFC1C}"/>
                  </a:ext>
                </a:extLst>
              </p:cNvPr>
              <p:cNvSpPr/>
              <p:nvPr/>
            </p:nvSpPr>
            <p:spPr>
              <a:xfrm rot="19109575">
                <a:off x="7794676" y="1935233"/>
                <a:ext cx="434408" cy="434408"/>
              </a:xfrm>
              <a:prstGeom prst="pie">
                <a:avLst>
                  <a:gd name="adj1" fmla="val 0"/>
                  <a:gd name="adj2" fmla="val 5352054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C0C8C1E2-3D9E-5C75-4339-80D19279AD64}"/>
              </a:ext>
            </a:extLst>
          </p:cNvPr>
          <p:cNvGrpSpPr/>
          <p:nvPr/>
        </p:nvGrpSpPr>
        <p:grpSpPr>
          <a:xfrm rot="16200000">
            <a:off x="9478672" y="4076074"/>
            <a:ext cx="596455" cy="734068"/>
            <a:chOff x="9424204" y="3962498"/>
            <a:chExt cx="596455" cy="734068"/>
          </a:xfrm>
        </p:grpSpPr>
        <p:sp>
          <p:nvSpPr>
            <p:cNvPr id="55" name="화살표: 오른쪽 54">
              <a:extLst>
                <a:ext uri="{FF2B5EF4-FFF2-40B4-BE49-F238E27FC236}">
                  <a16:creationId xmlns:a16="http://schemas.microsoft.com/office/drawing/2014/main" id="{916AB75C-978F-22FE-0EDB-975ECD9E9DD6}"/>
                </a:ext>
              </a:extLst>
            </p:cNvPr>
            <p:cNvSpPr/>
            <p:nvPr/>
          </p:nvSpPr>
          <p:spPr>
            <a:xfrm rot="10800000">
              <a:off x="9424204" y="4219960"/>
              <a:ext cx="324154" cy="219143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7F21882A-69E2-DD4A-5139-14E1277D6AA0}"/>
                </a:ext>
              </a:extLst>
            </p:cNvPr>
            <p:cNvGrpSpPr/>
            <p:nvPr/>
          </p:nvGrpSpPr>
          <p:grpSpPr>
            <a:xfrm rot="5400000">
              <a:off x="9436421" y="4112358"/>
              <a:ext cx="734068" cy="434348"/>
              <a:chOff x="5570368" y="3945671"/>
              <a:chExt cx="734068" cy="434348"/>
            </a:xfrm>
            <a:solidFill>
              <a:srgbClr val="FF0000"/>
            </a:solidFill>
          </p:grpSpPr>
          <p:sp>
            <p:nvSpPr>
              <p:cNvPr id="59" name="화살표: 오른쪽 58">
                <a:extLst>
                  <a:ext uri="{FF2B5EF4-FFF2-40B4-BE49-F238E27FC236}">
                    <a16:creationId xmlns:a16="http://schemas.microsoft.com/office/drawing/2014/main" id="{746A052B-D09A-D415-5E85-27D76904C5E1}"/>
                  </a:ext>
                </a:extLst>
              </p:cNvPr>
              <p:cNvSpPr/>
              <p:nvPr/>
            </p:nvSpPr>
            <p:spPr>
              <a:xfrm rot="10800000">
                <a:off x="5570368" y="4053272"/>
                <a:ext cx="324154" cy="219143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0" name="화살표: 오른쪽 59">
                <a:extLst>
                  <a:ext uri="{FF2B5EF4-FFF2-40B4-BE49-F238E27FC236}">
                    <a16:creationId xmlns:a16="http://schemas.microsoft.com/office/drawing/2014/main" id="{32113CD5-46C7-FDD9-31BB-A78DD955E5B4}"/>
                  </a:ext>
                </a:extLst>
              </p:cNvPr>
              <p:cNvSpPr/>
              <p:nvPr/>
            </p:nvSpPr>
            <p:spPr>
              <a:xfrm>
                <a:off x="5980282" y="4053272"/>
                <a:ext cx="324154" cy="219143"/>
              </a:xfrm>
              <a:prstGeom prst="rightArrow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1" name="타원 60">
                <a:extLst>
                  <a:ext uri="{FF2B5EF4-FFF2-40B4-BE49-F238E27FC236}">
                    <a16:creationId xmlns:a16="http://schemas.microsoft.com/office/drawing/2014/main" id="{B0F004BB-5EC4-F91C-DB79-C55175A2009F}"/>
                  </a:ext>
                </a:extLst>
              </p:cNvPr>
              <p:cNvSpPr/>
              <p:nvPr/>
            </p:nvSpPr>
            <p:spPr>
              <a:xfrm>
                <a:off x="5720228" y="3945671"/>
                <a:ext cx="434348" cy="43434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57" name="부분 원형 56">
              <a:extLst>
                <a:ext uri="{FF2B5EF4-FFF2-40B4-BE49-F238E27FC236}">
                  <a16:creationId xmlns:a16="http://schemas.microsoft.com/office/drawing/2014/main" id="{8F44BE2D-11B3-0C63-E4E2-A4E7BCE454AB}"/>
                </a:ext>
              </a:extLst>
            </p:cNvPr>
            <p:cNvSpPr/>
            <p:nvPr/>
          </p:nvSpPr>
          <p:spPr>
            <a:xfrm rot="2824238">
              <a:off x="9586251" y="4112328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8" name="부분 원형 57">
              <a:extLst>
                <a:ext uri="{FF2B5EF4-FFF2-40B4-BE49-F238E27FC236}">
                  <a16:creationId xmlns:a16="http://schemas.microsoft.com/office/drawing/2014/main" id="{987F52BD-86B6-EBF8-C8D9-696144C9897D}"/>
                </a:ext>
              </a:extLst>
            </p:cNvPr>
            <p:cNvSpPr/>
            <p:nvPr/>
          </p:nvSpPr>
          <p:spPr>
            <a:xfrm rot="8100000">
              <a:off x="9586051" y="4118273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3" name="부분 원형 72">
              <a:extLst>
                <a:ext uri="{FF2B5EF4-FFF2-40B4-BE49-F238E27FC236}">
                  <a16:creationId xmlns:a16="http://schemas.microsoft.com/office/drawing/2014/main" id="{6DCDACBD-063F-8700-3387-66753F33E10F}"/>
                </a:ext>
              </a:extLst>
            </p:cNvPr>
            <p:cNvSpPr/>
            <p:nvPr/>
          </p:nvSpPr>
          <p:spPr>
            <a:xfrm rot="8016831">
              <a:off x="9586141" y="4114231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B55F30EA-37D0-A058-E84E-38464928EDAF}"/>
              </a:ext>
            </a:extLst>
          </p:cNvPr>
          <p:cNvCxnSpPr>
            <a:cxnSpLocks/>
          </p:cNvCxnSpPr>
          <p:nvPr/>
        </p:nvCxnSpPr>
        <p:spPr>
          <a:xfrm>
            <a:off x="2541759" y="1670633"/>
            <a:ext cx="3411" cy="494808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4C829F59-4204-6E1A-2CB1-B60986C8FC5F}"/>
              </a:ext>
            </a:extLst>
          </p:cNvPr>
          <p:cNvCxnSpPr>
            <a:cxnSpLocks/>
          </p:cNvCxnSpPr>
          <p:nvPr/>
        </p:nvCxnSpPr>
        <p:spPr>
          <a:xfrm>
            <a:off x="7083862" y="1705128"/>
            <a:ext cx="3411" cy="494808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6ADD2A1B-84C8-55F8-AC81-108443D577D5}"/>
              </a:ext>
            </a:extLst>
          </p:cNvPr>
          <p:cNvCxnSpPr>
            <a:cxnSpLocks/>
          </p:cNvCxnSpPr>
          <p:nvPr/>
        </p:nvCxnSpPr>
        <p:spPr>
          <a:xfrm>
            <a:off x="7065548" y="4890242"/>
            <a:ext cx="3411" cy="494808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8F70A77-80A5-3CFF-9F6D-76FCD27EAE7F}"/>
              </a:ext>
            </a:extLst>
          </p:cNvPr>
          <p:cNvCxnSpPr>
            <a:cxnSpLocks/>
          </p:cNvCxnSpPr>
          <p:nvPr/>
        </p:nvCxnSpPr>
        <p:spPr>
          <a:xfrm>
            <a:off x="9801549" y="4893163"/>
            <a:ext cx="3411" cy="494808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D90E89D7-32A1-D584-952B-F482491FFEB6}"/>
              </a:ext>
            </a:extLst>
          </p:cNvPr>
          <p:cNvCxnSpPr>
            <a:cxnSpLocks/>
          </p:cNvCxnSpPr>
          <p:nvPr/>
        </p:nvCxnSpPr>
        <p:spPr>
          <a:xfrm>
            <a:off x="7970125" y="4344330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32F3B529-2A13-1B78-F3A7-9B8EF1E50701}"/>
              </a:ext>
            </a:extLst>
          </p:cNvPr>
          <p:cNvGrpSpPr/>
          <p:nvPr/>
        </p:nvGrpSpPr>
        <p:grpSpPr>
          <a:xfrm rot="5400000">
            <a:off x="6698514" y="3971007"/>
            <a:ext cx="734068" cy="747848"/>
            <a:chOff x="6698514" y="3971007"/>
            <a:chExt cx="734068" cy="747848"/>
          </a:xfrm>
        </p:grpSpPr>
        <p:sp>
          <p:nvSpPr>
            <p:cNvPr id="87" name="화살표: 오른쪽 86">
              <a:extLst>
                <a:ext uri="{FF2B5EF4-FFF2-40B4-BE49-F238E27FC236}">
                  <a16:creationId xmlns:a16="http://schemas.microsoft.com/office/drawing/2014/main" id="{0C282E68-34DD-40B0-C502-CA023AF8F8EF}"/>
                </a:ext>
              </a:extLst>
            </p:cNvPr>
            <p:cNvSpPr/>
            <p:nvPr/>
          </p:nvSpPr>
          <p:spPr>
            <a:xfrm rot="5400000">
              <a:off x="6903470" y="4447206"/>
              <a:ext cx="324154" cy="219143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3E3C522A-6A25-E794-7E5B-141FFA18DE59}"/>
                </a:ext>
              </a:extLst>
            </p:cNvPr>
            <p:cNvSpPr/>
            <p:nvPr/>
          </p:nvSpPr>
          <p:spPr>
            <a:xfrm rot="10800000">
              <a:off x="6698514" y="4234759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화살표: 오른쪽 14">
              <a:extLst>
                <a:ext uri="{FF2B5EF4-FFF2-40B4-BE49-F238E27FC236}">
                  <a16:creationId xmlns:a16="http://schemas.microsoft.com/office/drawing/2014/main" id="{4668ED64-C09C-D6D4-AEFB-2FF41E05120B}"/>
                </a:ext>
              </a:extLst>
            </p:cNvPr>
            <p:cNvSpPr/>
            <p:nvPr/>
          </p:nvSpPr>
          <p:spPr>
            <a:xfrm>
              <a:off x="7108428" y="4234759"/>
              <a:ext cx="324154" cy="219143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64513473-DA68-19C0-2EA6-8F9D7B00326B}"/>
                </a:ext>
              </a:extLst>
            </p:cNvPr>
            <p:cNvSpPr/>
            <p:nvPr/>
          </p:nvSpPr>
          <p:spPr>
            <a:xfrm>
              <a:off x="6848374" y="4127158"/>
              <a:ext cx="434348" cy="4343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6" name="화살표: 오른쪽 85">
              <a:extLst>
                <a:ext uri="{FF2B5EF4-FFF2-40B4-BE49-F238E27FC236}">
                  <a16:creationId xmlns:a16="http://schemas.microsoft.com/office/drawing/2014/main" id="{5FA5369F-E7CD-539F-D383-031E3CE84A18}"/>
                </a:ext>
              </a:extLst>
            </p:cNvPr>
            <p:cNvSpPr/>
            <p:nvPr/>
          </p:nvSpPr>
          <p:spPr>
            <a:xfrm rot="16200000">
              <a:off x="6910220" y="4023512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8" name="부분 원형 87">
              <a:extLst>
                <a:ext uri="{FF2B5EF4-FFF2-40B4-BE49-F238E27FC236}">
                  <a16:creationId xmlns:a16="http://schemas.microsoft.com/office/drawing/2014/main" id="{D0A284AB-9A12-F33D-E456-C8F064EBF42F}"/>
                </a:ext>
              </a:extLst>
            </p:cNvPr>
            <p:cNvSpPr/>
            <p:nvPr/>
          </p:nvSpPr>
          <p:spPr>
            <a:xfrm rot="2824238">
              <a:off x="6848343" y="4132977"/>
              <a:ext cx="434408" cy="434408"/>
            </a:xfrm>
            <a:prstGeom prst="pie">
              <a:avLst>
                <a:gd name="adj1" fmla="val 16291226"/>
                <a:gd name="adj2" fmla="val 5352054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A386BD03-9189-D73A-2BA3-DE2431DF8FEA}"/>
              </a:ext>
            </a:extLst>
          </p:cNvPr>
          <p:cNvCxnSpPr>
            <a:cxnSpLocks/>
          </p:cNvCxnSpPr>
          <p:nvPr/>
        </p:nvCxnSpPr>
        <p:spPr>
          <a:xfrm>
            <a:off x="2541759" y="3310607"/>
            <a:ext cx="3411" cy="494808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2A1A5540-0C74-6BAA-4ECD-16929B3165D5}"/>
              </a:ext>
            </a:extLst>
          </p:cNvPr>
          <p:cNvCxnSpPr>
            <a:cxnSpLocks/>
          </p:cNvCxnSpPr>
          <p:nvPr/>
        </p:nvCxnSpPr>
        <p:spPr>
          <a:xfrm>
            <a:off x="3124748" y="2776659"/>
            <a:ext cx="61884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1EE69296-2855-246E-8720-CEFDB8548C2B}"/>
              </a:ext>
            </a:extLst>
          </p:cNvPr>
          <p:cNvCxnSpPr>
            <a:cxnSpLocks/>
          </p:cNvCxnSpPr>
          <p:nvPr/>
        </p:nvCxnSpPr>
        <p:spPr>
          <a:xfrm>
            <a:off x="3434169" y="4320801"/>
            <a:ext cx="2738652" cy="4671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CCBB4B6F-8566-C5DB-0BDC-20D60AF22785}"/>
              </a:ext>
            </a:extLst>
          </p:cNvPr>
          <p:cNvGrpSpPr/>
          <p:nvPr/>
        </p:nvGrpSpPr>
        <p:grpSpPr>
          <a:xfrm rot="5400000">
            <a:off x="2161827" y="2415570"/>
            <a:ext cx="769448" cy="734068"/>
            <a:chOff x="2161827" y="2415570"/>
            <a:chExt cx="769448" cy="734068"/>
          </a:xfrm>
        </p:grpSpPr>
        <p:sp>
          <p:nvSpPr>
            <p:cNvPr id="44" name="화살표: 오른쪽 43">
              <a:extLst>
                <a:ext uri="{FF2B5EF4-FFF2-40B4-BE49-F238E27FC236}">
                  <a16:creationId xmlns:a16="http://schemas.microsoft.com/office/drawing/2014/main" id="{C205B980-E714-92DF-BBB3-64AC4504D013}"/>
                </a:ext>
              </a:extLst>
            </p:cNvPr>
            <p:cNvSpPr/>
            <p:nvPr/>
          </p:nvSpPr>
          <p:spPr>
            <a:xfrm>
              <a:off x="2607121" y="2673033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" name="화살표: 오른쪽 31">
              <a:extLst>
                <a:ext uri="{FF2B5EF4-FFF2-40B4-BE49-F238E27FC236}">
                  <a16:creationId xmlns:a16="http://schemas.microsoft.com/office/drawing/2014/main" id="{CC5CAD76-AA44-A569-D282-9A7ED313053D}"/>
                </a:ext>
              </a:extLst>
            </p:cNvPr>
            <p:cNvSpPr/>
            <p:nvPr/>
          </p:nvSpPr>
          <p:spPr>
            <a:xfrm rot="5400000">
              <a:off x="2389946" y="2877989"/>
              <a:ext cx="324154" cy="219143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" name="화살표: 오른쪽 32">
              <a:extLst>
                <a:ext uri="{FF2B5EF4-FFF2-40B4-BE49-F238E27FC236}">
                  <a16:creationId xmlns:a16="http://schemas.microsoft.com/office/drawing/2014/main" id="{410F1324-5D4E-AA9E-92F2-C6277CBC457D}"/>
                </a:ext>
              </a:extLst>
            </p:cNvPr>
            <p:cNvSpPr/>
            <p:nvPr/>
          </p:nvSpPr>
          <p:spPr>
            <a:xfrm rot="16200000">
              <a:off x="2389946" y="2468075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D78D65D7-A0FC-446C-F509-B779490E4634}"/>
                </a:ext>
              </a:extLst>
            </p:cNvPr>
            <p:cNvSpPr/>
            <p:nvPr/>
          </p:nvSpPr>
          <p:spPr>
            <a:xfrm rot="16200000">
              <a:off x="2334850" y="2565430"/>
              <a:ext cx="434348" cy="434348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" name="부분 원형 49">
              <a:extLst>
                <a:ext uri="{FF2B5EF4-FFF2-40B4-BE49-F238E27FC236}">
                  <a16:creationId xmlns:a16="http://schemas.microsoft.com/office/drawing/2014/main" id="{E6C03A68-99F5-72F2-5DCA-4712F919C48E}"/>
                </a:ext>
              </a:extLst>
            </p:cNvPr>
            <p:cNvSpPr/>
            <p:nvPr/>
          </p:nvSpPr>
          <p:spPr>
            <a:xfrm rot="13624238">
              <a:off x="2334820" y="2565400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1" name="부분 원형 50">
              <a:extLst>
                <a:ext uri="{FF2B5EF4-FFF2-40B4-BE49-F238E27FC236}">
                  <a16:creationId xmlns:a16="http://schemas.microsoft.com/office/drawing/2014/main" id="{08E28AE6-E362-D4CA-0940-5A4199A6C60A}"/>
                </a:ext>
              </a:extLst>
            </p:cNvPr>
            <p:cNvSpPr/>
            <p:nvPr/>
          </p:nvSpPr>
          <p:spPr>
            <a:xfrm rot="18900000">
              <a:off x="2335020" y="2559455"/>
              <a:ext cx="434408" cy="434408"/>
            </a:xfrm>
            <a:prstGeom prst="pie">
              <a:avLst>
                <a:gd name="adj1" fmla="val 0"/>
                <a:gd name="adj2" fmla="val 5352054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9" name="화살표: 오른쪽 98">
              <a:extLst>
                <a:ext uri="{FF2B5EF4-FFF2-40B4-BE49-F238E27FC236}">
                  <a16:creationId xmlns:a16="http://schemas.microsoft.com/office/drawing/2014/main" id="{E48B9A38-3E8F-D580-5F96-1A2873D14CB5}"/>
                </a:ext>
              </a:extLst>
            </p:cNvPr>
            <p:cNvSpPr/>
            <p:nvPr/>
          </p:nvSpPr>
          <p:spPr>
            <a:xfrm rot="10800000">
              <a:off x="2161827" y="2672180"/>
              <a:ext cx="324154" cy="219143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01" name="부분 원형 100">
            <a:extLst>
              <a:ext uri="{FF2B5EF4-FFF2-40B4-BE49-F238E27FC236}">
                <a16:creationId xmlns:a16="http://schemas.microsoft.com/office/drawing/2014/main" id="{D47F8B16-1F3E-9087-0E08-211CD7539910}"/>
              </a:ext>
            </a:extLst>
          </p:cNvPr>
          <p:cNvSpPr/>
          <p:nvPr/>
        </p:nvSpPr>
        <p:spPr>
          <a:xfrm rot="8079389">
            <a:off x="2333055" y="850577"/>
            <a:ext cx="434408" cy="434408"/>
          </a:xfrm>
          <a:prstGeom prst="pie">
            <a:avLst>
              <a:gd name="adj1" fmla="val 16291226"/>
              <a:gd name="adj2" fmla="val 535205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8DC0409-05DF-F0BC-9011-BEEA2D2B44E8}"/>
              </a:ext>
            </a:extLst>
          </p:cNvPr>
          <p:cNvGrpSpPr/>
          <p:nvPr/>
        </p:nvGrpSpPr>
        <p:grpSpPr>
          <a:xfrm rot="16200000">
            <a:off x="2213975" y="4050620"/>
            <a:ext cx="579394" cy="592375"/>
            <a:chOff x="2334820" y="3972569"/>
            <a:chExt cx="579394" cy="592375"/>
          </a:xfrm>
        </p:grpSpPr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60AB34C4-01EC-BCA4-9505-495B0F3A0BFE}"/>
                </a:ext>
              </a:extLst>
            </p:cNvPr>
            <p:cNvGrpSpPr/>
            <p:nvPr/>
          </p:nvGrpSpPr>
          <p:grpSpPr>
            <a:xfrm rot="5400000">
              <a:off x="2332413" y="3974976"/>
              <a:ext cx="584208" cy="579394"/>
              <a:chOff x="7644711" y="3800625"/>
              <a:chExt cx="584208" cy="579394"/>
            </a:xfrm>
            <a:solidFill>
              <a:srgbClr val="002060"/>
            </a:solidFill>
          </p:grpSpPr>
          <p:sp>
            <p:nvSpPr>
              <p:cNvPr id="91" name="화살표: 오른쪽 90">
                <a:extLst>
                  <a:ext uri="{FF2B5EF4-FFF2-40B4-BE49-F238E27FC236}">
                    <a16:creationId xmlns:a16="http://schemas.microsoft.com/office/drawing/2014/main" id="{FE12C469-6DB5-82F0-0F3C-4C8677FE25EC}"/>
                  </a:ext>
                </a:extLst>
              </p:cNvPr>
              <p:cNvSpPr/>
              <p:nvPr/>
            </p:nvSpPr>
            <p:spPr>
              <a:xfrm rot="10800000">
                <a:off x="7644711" y="4053272"/>
                <a:ext cx="324154" cy="219143"/>
              </a:xfrm>
              <a:prstGeom prst="right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2" name="화살표: 오른쪽 91">
                <a:extLst>
                  <a:ext uri="{FF2B5EF4-FFF2-40B4-BE49-F238E27FC236}">
                    <a16:creationId xmlns:a16="http://schemas.microsoft.com/office/drawing/2014/main" id="{246AE05C-82A4-6032-058A-43AFD4B7A323}"/>
                  </a:ext>
                </a:extLst>
              </p:cNvPr>
              <p:cNvSpPr/>
              <p:nvPr/>
            </p:nvSpPr>
            <p:spPr>
              <a:xfrm rot="16200000">
                <a:off x="7850442" y="3853130"/>
                <a:ext cx="324154" cy="219143"/>
              </a:xfrm>
              <a:prstGeom prst="right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6619392E-872A-D765-437A-AA5262879172}"/>
                  </a:ext>
                </a:extLst>
              </p:cNvPr>
              <p:cNvSpPr/>
              <p:nvPr/>
            </p:nvSpPr>
            <p:spPr>
              <a:xfrm>
                <a:off x="7794571" y="3945671"/>
                <a:ext cx="434348" cy="43434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02" name="부분 원형 101">
              <a:extLst>
                <a:ext uri="{FF2B5EF4-FFF2-40B4-BE49-F238E27FC236}">
                  <a16:creationId xmlns:a16="http://schemas.microsoft.com/office/drawing/2014/main" id="{78FEC11C-D7DE-B29D-8625-FD59D5076039}"/>
                </a:ext>
              </a:extLst>
            </p:cNvPr>
            <p:cNvSpPr/>
            <p:nvPr/>
          </p:nvSpPr>
          <p:spPr>
            <a:xfrm rot="2700000">
              <a:off x="2339774" y="4130536"/>
              <a:ext cx="434408" cy="434408"/>
            </a:xfrm>
            <a:prstGeom prst="pie">
              <a:avLst>
                <a:gd name="adj1" fmla="val 16291226"/>
                <a:gd name="adj2" fmla="val 5352054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ED53723F-C6D8-611C-E62D-EE4565DAB652}"/>
              </a:ext>
            </a:extLst>
          </p:cNvPr>
          <p:cNvGrpSpPr/>
          <p:nvPr/>
        </p:nvGrpSpPr>
        <p:grpSpPr>
          <a:xfrm rot="5400000">
            <a:off x="6695460" y="670562"/>
            <a:ext cx="585978" cy="600974"/>
            <a:chOff x="6718156" y="840538"/>
            <a:chExt cx="585978" cy="600974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EFDF553A-F611-8F78-18DF-13A05F7EDEBF}"/>
                </a:ext>
              </a:extLst>
            </p:cNvPr>
            <p:cNvGrpSpPr/>
            <p:nvPr/>
          </p:nvGrpSpPr>
          <p:grpSpPr>
            <a:xfrm>
              <a:off x="6718156" y="840897"/>
              <a:ext cx="582809" cy="600615"/>
              <a:chOff x="8249776" y="833662"/>
              <a:chExt cx="582809" cy="600615"/>
            </a:xfrm>
          </p:grpSpPr>
          <p:sp>
            <p:nvSpPr>
              <p:cNvPr id="25" name="화살표: 오른쪽 24">
                <a:extLst>
                  <a:ext uri="{FF2B5EF4-FFF2-40B4-BE49-F238E27FC236}">
                    <a16:creationId xmlns:a16="http://schemas.microsoft.com/office/drawing/2014/main" id="{6A083C9E-B5F3-7D6E-3D0B-3B6F7DB4399F}"/>
                  </a:ext>
                </a:extLst>
              </p:cNvPr>
              <p:cNvSpPr/>
              <p:nvPr/>
            </p:nvSpPr>
            <p:spPr>
              <a:xfrm rot="5400000">
                <a:off x="8454108" y="1162628"/>
                <a:ext cx="324154" cy="219143"/>
              </a:xfrm>
              <a:prstGeom prst="right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40CC13C0-EE1A-AB53-68D2-D98383DCB1E8}"/>
                  </a:ext>
                </a:extLst>
              </p:cNvPr>
              <p:cNvGrpSpPr/>
              <p:nvPr/>
            </p:nvGrpSpPr>
            <p:grpSpPr>
              <a:xfrm>
                <a:off x="8249776" y="833662"/>
                <a:ext cx="582809" cy="434348"/>
                <a:chOff x="7646110" y="1935398"/>
                <a:chExt cx="582809" cy="434348"/>
              </a:xfrm>
            </p:grpSpPr>
            <p:sp>
              <p:nvSpPr>
                <p:cNvPr id="24" name="화살표: 오른쪽 23">
                  <a:extLst>
                    <a:ext uri="{FF2B5EF4-FFF2-40B4-BE49-F238E27FC236}">
                      <a16:creationId xmlns:a16="http://schemas.microsoft.com/office/drawing/2014/main" id="{66514919-E389-2CA8-222E-8AFCD6B05722}"/>
                    </a:ext>
                  </a:extLst>
                </p:cNvPr>
                <p:cNvSpPr/>
                <p:nvPr/>
              </p:nvSpPr>
              <p:spPr>
                <a:xfrm rot="10800000">
                  <a:off x="7646110" y="2060031"/>
                  <a:ext cx="324154" cy="219143"/>
                </a:xfrm>
                <a:prstGeom prst="rightArrow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2" name="타원 11">
                  <a:extLst>
                    <a:ext uri="{FF2B5EF4-FFF2-40B4-BE49-F238E27FC236}">
                      <a16:creationId xmlns:a16="http://schemas.microsoft.com/office/drawing/2014/main" id="{F327FCC7-A9EF-596B-08CF-7138CA5E5C44}"/>
                    </a:ext>
                  </a:extLst>
                </p:cNvPr>
                <p:cNvSpPr/>
                <p:nvPr/>
              </p:nvSpPr>
              <p:spPr>
                <a:xfrm rot="10800000">
                  <a:off x="7794571" y="1935398"/>
                  <a:ext cx="434348" cy="434348"/>
                </a:xfrm>
                <a:prstGeom prst="ellipse">
                  <a:avLst/>
                </a:pr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</p:grpSp>
        <p:sp>
          <p:nvSpPr>
            <p:cNvPr id="103" name="부분 원형 102">
              <a:extLst>
                <a:ext uri="{FF2B5EF4-FFF2-40B4-BE49-F238E27FC236}">
                  <a16:creationId xmlns:a16="http://schemas.microsoft.com/office/drawing/2014/main" id="{38C3BBAB-937D-19DA-1993-3F8D9D64F939}"/>
                </a:ext>
              </a:extLst>
            </p:cNvPr>
            <p:cNvSpPr/>
            <p:nvPr/>
          </p:nvSpPr>
          <p:spPr>
            <a:xfrm rot="2700000">
              <a:off x="6869726" y="840538"/>
              <a:ext cx="434408" cy="434408"/>
            </a:xfrm>
            <a:prstGeom prst="pie">
              <a:avLst>
                <a:gd name="adj1" fmla="val 16291226"/>
                <a:gd name="adj2" fmla="val 5352054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C535065F-11E4-41CD-EE46-8FA39902EF08}"/>
              </a:ext>
            </a:extLst>
          </p:cNvPr>
          <p:cNvCxnSpPr>
            <a:cxnSpLocks/>
          </p:cNvCxnSpPr>
          <p:nvPr/>
        </p:nvCxnSpPr>
        <p:spPr>
          <a:xfrm>
            <a:off x="4318678" y="3351844"/>
            <a:ext cx="6815" cy="2033206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DE96C018-6EBC-AD19-4A68-08D3E7C8B271}"/>
              </a:ext>
            </a:extLst>
          </p:cNvPr>
          <p:cNvGrpSpPr/>
          <p:nvPr/>
        </p:nvGrpSpPr>
        <p:grpSpPr>
          <a:xfrm>
            <a:off x="3930633" y="2385195"/>
            <a:ext cx="789720" cy="789720"/>
            <a:chOff x="3930633" y="2385195"/>
            <a:chExt cx="789720" cy="789720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7BEE152-0D41-2327-9A7D-3B74DD192FA7}"/>
                </a:ext>
              </a:extLst>
            </p:cNvPr>
            <p:cNvSpPr/>
            <p:nvPr/>
          </p:nvSpPr>
          <p:spPr>
            <a:xfrm>
              <a:off x="3934364" y="2396464"/>
              <a:ext cx="772281" cy="77228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6" name="부분 원형 105">
              <a:extLst>
                <a:ext uri="{FF2B5EF4-FFF2-40B4-BE49-F238E27FC236}">
                  <a16:creationId xmlns:a16="http://schemas.microsoft.com/office/drawing/2014/main" id="{4C826BC4-EB7A-FA90-ACA6-C2C4803D07AE}"/>
                </a:ext>
              </a:extLst>
            </p:cNvPr>
            <p:cNvSpPr/>
            <p:nvPr/>
          </p:nvSpPr>
          <p:spPr>
            <a:xfrm rot="2700000">
              <a:off x="3930633" y="2385195"/>
              <a:ext cx="789720" cy="789720"/>
            </a:xfrm>
            <a:prstGeom prst="pie">
              <a:avLst>
                <a:gd name="adj1" fmla="val 21508698"/>
                <a:gd name="adj2" fmla="val 5352054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11BBD964-8EEF-8DBF-5875-C6B636B64730}"/>
                </a:ext>
              </a:extLst>
            </p:cNvPr>
            <p:cNvSpPr/>
            <p:nvPr/>
          </p:nvSpPr>
          <p:spPr>
            <a:xfrm>
              <a:off x="4067910" y="2530012"/>
              <a:ext cx="505187" cy="50518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3089CEB9-2B0F-E5CE-4436-448BE3350A46}"/>
              </a:ext>
            </a:extLst>
          </p:cNvPr>
          <p:cNvGrpSpPr/>
          <p:nvPr/>
        </p:nvGrpSpPr>
        <p:grpSpPr>
          <a:xfrm rot="5400000">
            <a:off x="6763726" y="5647463"/>
            <a:ext cx="734068" cy="575444"/>
            <a:chOff x="6709923" y="5568149"/>
            <a:chExt cx="734068" cy="575444"/>
          </a:xfrm>
        </p:grpSpPr>
        <p:sp>
          <p:nvSpPr>
            <p:cNvPr id="108" name="화살표: 오른쪽 107">
              <a:extLst>
                <a:ext uri="{FF2B5EF4-FFF2-40B4-BE49-F238E27FC236}">
                  <a16:creationId xmlns:a16="http://schemas.microsoft.com/office/drawing/2014/main" id="{B7B0EE2E-B59B-81FF-7050-6F5B8991BC58}"/>
                </a:ext>
              </a:extLst>
            </p:cNvPr>
            <p:cNvSpPr/>
            <p:nvPr/>
          </p:nvSpPr>
          <p:spPr>
            <a:xfrm rot="16200000">
              <a:off x="6916783" y="5620654"/>
              <a:ext cx="324154" cy="219143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화살표: 오른쪽 46">
              <a:extLst>
                <a:ext uri="{FF2B5EF4-FFF2-40B4-BE49-F238E27FC236}">
                  <a16:creationId xmlns:a16="http://schemas.microsoft.com/office/drawing/2014/main" id="{A9EE3EC1-51E6-AD98-72E7-F50CF070C4C0}"/>
                </a:ext>
              </a:extLst>
            </p:cNvPr>
            <p:cNvSpPr/>
            <p:nvPr/>
          </p:nvSpPr>
          <p:spPr>
            <a:xfrm rot="10800000">
              <a:off x="6709923" y="5816846"/>
              <a:ext cx="324154" cy="219143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" name="화살표: 오른쪽 47">
              <a:extLst>
                <a:ext uri="{FF2B5EF4-FFF2-40B4-BE49-F238E27FC236}">
                  <a16:creationId xmlns:a16="http://schemas.microsoft.com/office/drawing/2014/main" id="{DB67755F-7F42-8939-C784-1C8C5EAFA0F0}"/>
                </a:ext>
              </a:extLst>
            </p:cNvPr>
            <p:cNvSpPr/>
            <p:nvPr/>
          </p:nvSpPr>
          <p:spPr>
            <a:xfrm>
              <a:off x="7119837" y="5816846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B1D5E338-53B7-0E02-956D-A76F8E0F6ED6}"/>
                </a:ext>
              </a:extLst>
            </p:cNvPr>
            <p:cNvSpPr/>
            <p:nvPr/>
          </p:nvSpPr>
          <p:spPr>
            <a:xfrm rot="2700000">
              <a:off x="6859783" y="5709245"/>
              <a:ext cx="434348" cy="4343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9" name="부분 원형 108">
              <a:extLst>
                <a:ext uri="{FF2B5EF4-FFF2-40B4-BE49-F238E27FC236}">
                  <a16:creationId xmlns:a16="http://schemas.microsoft.com/office/drawing/2014/main" id="{FD01627C-DE59-CA00-74F1-FB8B4E7CEDC8}"/>
                </a:ext>
              </a:extLst>
            </p:cNvPr>
            <p:cNvSpPr/>
            <p:nvPr/>
          </p:nvSpPr>
          <p:spPr>
            <a:xfrm rot="13450299">
              <a:off x="6861656" y="5708816"/>
              <a:ext cx="434408" cy="434408"/>
            </a:xfrm>
            <a:prstGeom prst="pie">
              <a:avLst>
                <a:gd name="adj1" fmla="val 16291226"/>
                <a:gd name="adj2" fmla="val 5352054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3266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08518-A0C8-7047-DC3D-9D305E208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화살표: 오른쪽 107">
            <a:extLst>
              <a:ext uri="{FF2B5EF4-FFF2-40B4-BE49-F238E27FC236}">
                <a16:creationId xmlns:a16="http://schemas.microsoft.com/office/drawing/2014/main" id="{DD31AA94-64B3-4A8F-884B-AB525AD8FB08}"/>
              </a:ext>
            </a:extLst>
          </p:cNvPr>
          <p:cNvSpPr/>
          <p:nvPr/>
        </p:nvSpPr>
        <p:spPr>
          <a:xfrm rot="16200000">
            <a:off x="6916783" y="5620654"/>
            <a:ext cx="324154" cy="21914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7" name="화살표: 오른쪽 86">
            <a:extLst>
              <a:ext uri="{FF2B5EF4-FFF2-40B4-BE49-F238E27FC236}">
                <a16:creationId xmlns:a16="http://schemas.microsoft.com/office/drawing/2014/main" id="{2ACC570D-4879-B4BE-5288-23538E38972F}"/>
              </a:ext>
            </a:extLst>
          </p:cNvPr>
          <p:cNvSpPr/>
          <p:nvPr/>
        </p:nvSpPr>
        <p:spPr>
          <a:xfrm rot="5400000">
            <a:off x="6903470" y="4447206"/>
            <a:ext cx="324154" cy="21914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37CFBA0-997E-A032-0B87-8FD869DA0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</a:t>
            </a:r>
            <a:r>
              <a:rPr lang="en-US" altLang="ko-KR" dirty="0"/>
              <a:t>_04(</a:t>
            </a:r>
            <a:r>
              <a:rPr lang="ko-KR" altLang="en-US" dirty="0"/>
              <a:t>풀이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4F58F0E-E9A3-F6A1-A4FA-B4320A1CFBBB}"/>
              </a:ext>
            </a:extLst>
          </p:cNvPr>
          <p:cNvGrpSpPr/>
          <p:nvPr/>
        </p:nvGrpSpPr>
        <p:grpSpPr>
          <a:xfrm>
            <a:off x="6674350" y="2396465"/>
            <a:ext cx="769641" cy="772281"/>
            <a:chOff x="1464358" y="2902947"/>
            <a:chExt cx="704868" cy="681036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46A8A9A-C3A1-56C0-16A4-A0088EBC6718}"/>
                </a:ext>
              </a:extLst>
            </p:cNvPr>
            <p:cNvSpPr/>
            <p:nvPr/>
          </p:nvSpPr>
          <p:spPr>
            <a:xfrm>
              <a:off x="1464358" y="2902947"/>
              <a:ext cx="704868" cy="68103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ABBC6246-70C6-DDA4-4769-6EC4CB0F538B}"/>
                </a:ext>
              </a:extLst>
            </p:cNvPr>
            <p:cNvSpPr/>
            <p:nvPr/>
          </p:nvSpPr>
          <p:spPr>
            <a:xfrm>
              <a:off x="1586247" y="3020715"/>
              <a:ext cx="461089" cy="445499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C8620D9E-6F75-5E1A-FE4F-735C19C20D1E}"/>
              </a:ext>
            </a:extLst>
          </p:cNvPr>
          <p:cNvGrpSpPr/>
          <p:nvPr/>
        </p:nvGrpSpPr>
        <p:grpSpPr>
          <a:xfrm rot="5400000">
            <a:off x="4099097" y="5570556"/>
            <a:ext cx="584208" cy="579394"/>
            <a:chOff x="7644711" y="3800625"/>
            <a:chExt cx="584208" cy="579394"/>
          </a:xfrm>
          <a:solidFill>
            <a:srgbClr val="002060"/>
          </a:solidFill>
        </p:grpSpPr>
        <p:sp>
          <p:nvSpPr>
            <p:cNvPr id="27" name="화살표: 오른쪽 26">
              <a:extLst>
                <a:ext uri="{FF2B5EF4-FFF2-40B4-BE49-F238E27FC236}">
                  <a16:creationId xmlns:a16="http://schemas.microsoft.com/office/drawing/2014/main" id="{3CAC41D5-01D4-1796-5585-36E8CF775180}"/>
                </a:ext>
              </a:extLst>
            </p:cNvPr>
            <p:cNvSpPr/>
            <p:nvPr/>
          </p:nvSpPr>
          <p:spPr>
            <a:xfrm rot="10800000">
              <a:off x="7644711" y="4053272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화살표: 오른쪽 27">
              <a:extLst>
                <a:ext uri="{FF2B5EF4-FFF2-40B4-BE49-F238E27FC236}">
                  <a16:creationId xmlns:a16="http://schemas.microsoft.com/office/drawing/2014/main" id="{1DCB2AF3-2994-1D29-04BF-E4BE03A8BEC8}"/>
                </a:ext>
              </a:extLst>
            </p:cNvPr>
            <p:cNvSpPr/>
            <p:nvPr/>
          </p:nvSpPr>
          <p:spPr>
            <a:xfrm rot="16200000">
              <a:off x="7850442" y="3853130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FFABE048-9662-E22E-903F-85646CD7600A}"/>
                </a:ext>
              </a:extLst>
            </p:cNvPr>
            <p:cNvSpPr/>
            <p:nvPr/>
          </p:nvSpPr>
          <p:spPr>
            <a:xfrm>
              <a:off x="7794571" y="3945671"/>
              <a:ext cx="434348" cy="4343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CC446414-D742-CCEC-7E8A-F45208FC7B38}"/>
              </a:ext>
            </a:extLst>
          </p:cNvPr>
          <p:cNvCxnSpPr>
            <a:cxnSpLocks/>
          </p:cNvCxnSpPr>
          <p:nvPr/>
        </p:nvCxnSpPr>
        <p:spPr>
          <a:xfrm>
            <a:off x="5065626" y="5926225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C402629-56FB-42A8-E9AD-97D06BF5201D}"/>
              </a:ext>
            </a:extLst>
          </p:cNvPr>
          <p:cNvCxnSpPr>
            <a:cxnSpLocks/>
          </p:cNvCxnSpPr>
          <p:nvPr/>
        </p:nvCxnSpPr>
        <p:spPr>
          <a:xfrm>
            <a:off x="7065548" y="3429000"/>
            <a:ext cx="3411" cy="494808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FC99EF7A-7070-FF8A-445E-7DB10A85EAD2}"/>
              </a:ext>
            </a:extLst>
          </p:cNvPr>
          <p:cNvGrpSpPr/>
          <p:nvPr/>
        </p:nvGrpSpPr>
        <p:grpSpPr>
          <a:xfrm>
            <a:off x="6718156" y="840897"/>
            <a:ext cx="582809" cy="600615"/>
            <a:chOff x="8249776" y="833662"/>
            <a:chExt cx="582809" cy="600615"/>
          </a:xfrm>
        </p:grpSpPr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CB83CC63-D694-DE22-A6C9-4A196514E117}"/>
                </a:ext>
              </a:extLst>
            </p:cNvPr>
            <p:cNvSpPr/>
            <p:nvPr/>
          </p:nvSpPr>
          <p:spPr>
            <a:xfrm rot="5400000">
              <a:off x="8454108" y="1162628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1A1A18E-BFD8-41B2-A149-97725FF30241}"/>
                </a:ext>
              </a:extLst>
            </p:cNvPr>
            <p:cNvGrpSpPr/>
            <p:nvPr/>
          </p:nvGrpSpPr>
          <p:grpSpPr>
            <a:xfrm>
              <a:off x="8249776" y="833662"/>
              <a:ext cx="582809" cy="434348"/>
              <a:chOff x="7646110" y="1935398"/>
              <a:chExt cx="582809" cy="434348"/>
            </a:xfrm>
          </p:grpSpPr>
          <p:sp>
            <p:nvSpPr>
              <p:cNvPr id="24" name="화살표: 오른쪽 23">
                <a:extLst>
                  <a:ext uri="{FF2B5EF4-FFF2-40B4-BE49-F238E27FC236}">
                    <a16:creationId xmlns:a16="http://schemas.microsoft.com/office/drawing/2014/main" id="{8CCD841F-B77B-D72C-C853-E10AB97DFB51}"/>
                  </a:ext>
                </a:extLst>
              </p:cNvPr>
              <p:cNvSpPr/>
              <p:nvPr/>
            </p:nvSpPr>
            <p:spPr>
              <a:xfrm rot="10800000">
                <a:off x="7646110" y="2060031"/>
                <a:ext cx="324154" cy="219143"/>
              </a:xfrm>
              <a:prstGeom prst="rightArrow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1E4D0C2D-AA9C-C455-7C92-AF6CD6B53252}"/>
                  </a:ext>
                </a:extLst>
              </p:cNvPr>
              <p:cNvSpPr/>
              <p:nvPr/>
            </p:nvSpPr>
            <p:spPr>
              <a:xfrm rot="10800000">
                <a:off x="7794571" y="1935398"/>
                <a:ext cx="434348" cy="434348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00628E72-919F-B2D4-4DC0-CBC4D5DDAC0C}"/>
              </a:ext>
            </a:extLst>
          </p:cNvPr>
          <p:cNvSpPr/>
          <p:nvPr/>
        </p:nvSpPr>
        <p:spPr>
          <a:xfrm rot="10800000">
            <a:off x="6698514" y="4234759"/>
            <a:ext cx="324154" cy="21914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D51BBC5E-4A1D-2802-D588-A957B35D9A15}"/>
              </a:ext>
            </a:extLst>
          </p:cNvPr>
          <p:cNvSpPr/>
          <p:nvPr/>
        </p:nvSpPr>
        <p:spPr>
          <a:xfrm>
            <a:off x="7108428" y="4234759"/>
            <a:ext cx="324154" cy="21914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E930156-426F-7F1E-CF7E-44B9D1F6EADE}"/>
              </a:ext>
            </a:extLst>
          </p:cNvPr>
          <p:cNvSpPr/>
          <p:nvPr/>
        </p:nvSpPr>
        <p:spPr>
          <a:xfrm>
            <a:off x="6848374" y="4127158"/>
            <a:ext cx="434348" cy="43434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5FEA73A-1E5B-B96D-243F-9E96AD55261C}"/>
              </a:ext>
            </a:extLst>
          </p:cNvPr>
          <p:cNvGrpSpPr/>
          <p:nvPr/>
        </p:nvGrpSpPr>
        <p:grpSpPr>
          <a:xfrm rot="10800000">
            <a:off x="2334820" y="846721"/>
            <a:ext cx="584208" cy="579394"/>
            <a:chOff x="7644711" y="3800625"/>
            <a:chExt cx="584208" cy="579394"/>
          </a:xfrm>
          <a:solidFill>
            <a:srgbClr val="002060"/>
          </a:solidFill>
        </p:grpSpPr>
        <p:sp>
          <p:nvSpPr>
            <p:cNvPr id="19" name="화살표: 오른쪽 18">
              <a:extLst>
                <a:ext uri="{FF2B5EF4-FFF2-40B4-BE49-F238E27FC236}">
                  <a16:creationId xmlns:a16="http://schemas.microsoft.com/office/drawing/2014/main" id="{64E6B5DB-1A4B-048A-BF72-716111E743F2}"/>
                </a:ext>
              </a:extLst>
            </p:cNvPr>
            <p:cNvSpPr/>
            <p:nvPr/>
          </p:nvSpPr>
          <p:spPr>
            <a:xfrm rot="10800000">
              <a:off x="7644711" y="4053272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화살표: 오른쪽 19">
              <a:extLst>
                <a:ext uri="{FF2B5EF4-FFF2-40B4-BE49-F238E27FC236}">
                  <a16:creationId xmlns:a16="http://schemas.microsoft.com/office/drawing/2014/main" id="{0F81D4F8-8B85-4C3B-9ADB-900A2418C1E2}"/>
                </a:ext>
              </a:extLst>
            </p:cNvPr>
            <p:cNvSpPr/>
            <p:nvPr/>
          </p:nvSpPr>
          <p:spPr>
            <a:xfrm rot="16200000">
              <a:off x="7850442" y="3853130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3C0CAE3F-7D40-E2B1-C1E5-731AA9E95641}"/>
                </a:ext>
              </a:extLst>
            </p:cNvPr>
            <p:cNvSpPr/>
            <p:nvPr/>
          </p:nvSpPr>
          <p:spPr>
            <a:xfrm>
              <a:off x="7794571" y="3945671"/>
              <a:ext cx="434348" cy="4343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E3038FF3-B8E0-8B71-4CE1-AC46A608698F}"/>
              </a:ext>
            </a:extLst>
          </p:cNvPr>
          <p:cNvCxnSpPr>
            <a:cxnSpLocks/>
          </p:cNvCxnSpPr>
          <p:nvPr/>
        </p:nvCxnSpPr>
        <p:spPr>
          <a:xfrm>
            <a:off x="3434169" y="1057936"/>
            <a:ext cx="2738652" cy="4671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5CA88972-5CE9-029A-05DD-EE95EE6C99E5}"/>
              </a:ext>
            </a:extLst>
          </p:cNvPr>
          <p:cNvCxnSpPr>
            <a:cxnSpLocks/>
          </p:cNvCxnSpPr>
          <p:nvPr/>
        </p:nvCxnSpPr>
        <p:spPr>
          <a:xfrm>
            <a:off x="7970125" y="5935185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5265EAEE-9A1B-ADC5-9413-4F9CA4F3832A}"/>
              </a:ext>
            </a:extLst>
          </p:cNvPr>
          <p:cNvSpPr/>
          <p:nvPr/>
        </p:nvSpPr>
        <p:spPr>
          <a:xfrm>
            <a:off x="2607121" y="2673033"/>
            <a:ext cx="324154" cy="21914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2D66AFC3-3449-D688-824A-A664C50A0EC4}"/>
              </a:ext>
            </a:extLst>
          </p:cNvPr>
          <p:cNvSpPr/>
          <p:nvPr/>
        </p:nvSpPr>
        <p:spPr>
          <a:xfrm rot="5400000">
            <a:off x="2389946" y="2877989"/>
            <a:ext cx="324154" cy="21914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92FD8E95-C429-9B8D-A1CD-AB23D6AA8546}"/>
              </a:ext>
            </a:extLst>
          </p:cNvPr>
          <p:cNvSpPr/>
          <p:nvPr/>
        </p:nvSpPr>
        <p:spPr>
          <a:xfrm rot="16200000">
            <a:off x="2389946" y="2468075"/>
            <a:ext cx="324154" cy="21914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D01938D2-D0DB-2A17-FB9C-6637E37F8F74}"/>
              </a:ext>
            </a:extLst>
          </p:cNvPr>
          <p:cNvSpPr/>
          <p:nvPr/>
        </p:nvSpPr>
        <p:spPr>
          <a:xfrm rot="16200000">
            <a:off x="2334850" y="2565430"/>
            <a:ext cx="434348" cy="434348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부분 원형 49">
            <a:extLst>
              <a:ext uri="{FF2B5EF4-FFF2-40B4-BE49-F238E27FC236}">
                <a16:creationId xmlns:a16="http://schemas.microsoft.com/office/drawing/2014/main" id="{A05F8F57-2DDF-98EE-F2E9-2952C44D8007}"/>
              </a:ext>
            </a:extLst>
          </p:cNvPr>
          <p:cNvSpPr/>
          <p:nvPr/>
        </p:nvSpPr>
        <p:spPr>
          <a:xfrm rot="13624238">
            <a:off x="2334820" y="2565400"/>
            <a:ext cx="434408" cy="434408"/>
          </a:xfrm>
          <a:prstGeom prst="pie">
            <a:avLst>
              <a:gd name="adj1" fmla="val 0"/>
              <a:gd name="adj2" fmla="val 535205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1" name="부분 원형 50">
            <a:extLst>
              <a:ext uri="{FF2B5EF4-FFF2-40B4-BE49-F238E27FC236}">
                <a16:creationId xmlns:a16="http://schemas.microsoft.com/office/drawing/2014/main" id="{E779FCCC-CB03-BD56-6494-9187361175CD}"/>
              </a:ext>
            </a:extLst>
          </p:cNvPr>
          <p:cNvSpPr/>
          <p:nvPr/>
        </p:nvSpPr>
        <p:spPr>
          <a:xfrm rot="18900000">
            <a:off x="2335020" y="2559455"/>
            <a:ext cx="434408" cy="434408"/>
          </a:xfrm>
          <a:prstGeom prst="pie">
            <a:avLst>
              <a:gd name="adj1" fmla="val 0"/>
              <a:gd name="adj2" fmla="val 535205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2636626F-4460-9438-3AAC-694B247B1B1E}"/>
              </a:ext>
            </a:extLst>
          </p:cNvPr>
          <p:cNvGrpSpPr/>
          <p:nvPr/>
        </p:nvGrpSpPr>
        <p:grpSpPr>
          <a:xfrm rot="5400000">
            <a:off x="9456871" y="5551716"/>
            <a:ext cx="582974" cy="600780"/>
            <a:chOff x="8249776" y="833497"/>
            <a:chExt cx="582974" cy="600780"/>
          </a:xfrm>
        </p:grpSpPr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644728E2-4631-9C87-E052-EA5BFB569181}"/>
                </a:ext>
              </a:extLst>
            </p:cNvPr>
            <p:cNvSpPr/>
            <p:nvPr/>
          </p:nvSpPr>
          <p:spPr>
            <a:xfrm rot="5400000">
              <a:off x="8454108" y="1162628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24652153-1A70-A1FF-5817-CFEEC381A13D}"/>
                </a:ext>
              </a:extLst>
            </p:cNvPr>
            <p:cNvGrpSpPr/>
            <p:nvPr/>
          </p:nvGrpSpPr>
          <p:grpSpPr>
            <a:xfrm>
              <a:off x="8249776" y="833497"/>
              <a:ext cx="582974" cy="434573"/>
              <a:chOff x="7646110" y="1935233"/>
              <a:chExt cx="582974" cy="434573"/>
            </a:xfrm>
          </p:grpSpPr>
          <p:sp>
            <p:nvSpPr>
              <p:cNvPr id="69" name="화살표: 오른쪽 68">
                <a:extLst>
                  <a:ext uri="{FF2B5EF4-FFF2-40B4-BE49-F238E27FC236}">
                    <a16:creationId xmlns:a16="http://schemas.microsoft.com/office/drawing/2014/main" id="{67A66E76-2864-DE55-C085-91DF43414708}"/>
                  </a:ext>
                </a:extLst>
              </p:cNvPr>
              <p:cNvSpPr/>
              <p:nvPr/>
            </p:nvSpPr>
            <p:spPr>
              <a:xfrm rot="10800000">
                <a:off x="7646110" y="2060031"/>
                <a:ext cx="324154" cy="219143"/>
              </a:xfrm>
              <a:prstGeom prst="rightArrow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0" name="타원 69">
                <a:extLst>
                  <a:ext uri="{FF2B5EF4-FFF2-40B4-BE49-F238E27FC236}">
                    <a16:creationId xmlns:a16="http://schemas.microsoft.com/office/drawing/2014/main" id="{391DBC51-556E-F98B-F726-8963ADF0256C}"/>
                  </a:ext>
                </a:extLst>
              </p:cNvPr>
              <p:cNvSpPr/>
              <p:nvPr/>
            </p:nvSpPr>
            <p:spPr>
              <a:xfrm rot="10800000">
                <a:off x="7794571" y="1935398"/>
                <a:ext cx="434348" cy="434348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1" name="부분 원형 70">
                <a:extLst>
                  <a:ext uri="{FF2B5EF4-FFF2-40B4-BE49-F238E27FC236}">
                    <a16:creationId xmlns:a16="http://schemas.microsoft.com/office/drawing/2014/main" id="{988A3B45-CFCB-0F7F-AD0B-1C4D2764CF32}"/>
                  </a:ext>
                </a:extLst>
              </p:cNvPr>
              <p:cNvSpPr/>
              <p:nvPr/>
            </p:nvSpPr>
            <p:spPr>
              <a:xfrm rot="2824238">
                <a:off x="7794511" y="1935398"/>
                <a:ext cx="434408" cy="434408"/>
              </a:xfrm>
              <a:prstGeom prst="pie">
                <a:avLst>
                  <a:gd name="adj1" fmla="val 0"/>
                  <a:gd name="adj2" fmla="val 5352054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부분 원형 71">
                <a:extLst>
                  <a:ext uri="{FF2B5EF4-FFF2-40B4-BE49-F238E27FC236}">
                    <a16:creationId xmlns:a16="http://schemas.microsoft.com/office/drawing/2014/main" id="{E68B549B-794E-8A83-3F10-BDD09698DFA4}"/>
                  </a:ext>
                </a:extLst>
              </p:cNvPr>
              <p:cNvSpPr/>
              <p:nvPr/>
            </p:nvSpPr>
            <p:spPr>
              <a:xfrm rot="19109575">
                <a:off x="7794676" y="1935233"/>
                <a:ext cx="434408" cy="434408"/>
              </a:xfrm>
              <a:prstGeom prst="pie">
                <a:avLst>
                  <a:gd name="adj1" fmla="val 0"/>
                  <a:gd name="adj2" fmla="val 5352054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5" name="화살표: 오른쪽 54">
            <a:extLst>
              <a:ext uri="{FF2B5EF4-FFF2-40B4-BE49-F238E27FC236}">
                <a16:creationId xmlns:a16="http://schemas.microsoft.com/office/drawing/2014/main" id="{F62DAE58-F179-CAE1-3AAA-48F2944114C8}"/>
              </a:ext>
            </a:extLst>
          </p:cNvPr>
          <p:cNvSpPr/>
          <p:nvPr/>
        </p:nvSpPr>
        <p:spPr>
          <a:xfrm rot="10800000">
            <a:off x="9424204" y="4219960"/>
            <a:ext cx="324154" cy="21914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66932D6-B9A4-4A2D-226D-C3AFFAF482A2}"/>
              </a:ext>
            </a:extLst>
          </p:cNvPr>
          <p:cNvGrpSpPr/>
          <p:nvPr/>
        </p:nvGrpSpPr>
        <p:grpSpPr>
          <a:xfrm rot="5400000">
            <a:off x="9436421" y="4112358"/>
            <a:ext cx="734068" cy="434348"/>
            <a:chOff x="5570368" y="3945671"/>
            <a:chExt cx="734068" cy="434348"/>
          </a:xfrm>
          <a:solidFill>
            <a:srgbClr val="FF0000"/>
          </a:solidFill>
        </p:grpSpPr>
        <p:sp>
          <p:nvSpPr>
            <p:cNvPr id="59" name="화살표: 오른쪽 58">
              <a:extLst>
                <a:ext uri="{FF2B5EF4-FFF2-40B4-BE49-F238E27FC236}">
                  <a16:creationId xmlns:a16="http://schemas.microsoft.com/office/drawing/2014/main" id="{47A6A4C8-419F-CFF7-EFE4-916FF19169B8}"/>
                </a:ext>
              </a:extLst>
            </p:cNvPr>
            <p:cNvSpPr/>
            <p:nvPr/>
          </p:nvSpPr>
          <p:spPr>
            <a:xfrm rot="10800000">
              <a:off x="5570368" y="4053272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0" name="화살표: 오른쪽 59">
              <a:extLst>
                <a:ext uri="{FF2B5EF4-FFF2-40B4-BE49-F238E27FC236}">
                  <a16:creationId xmlns:a16="http://schemas.microsoft.com/office/drawing/2014/main" id="{41DF33B2-C2F4-11B7-A23F-D383DDFF325B}"/>
                </a:ext>
              </a:extLst>
            </p:cNvPr>
            <p:cNvSpPr/>
            <p:nvPr/>
          </p:nvSpPr>
          <p:spPr>
            <a:xfrm>
              <a:off x="5980282" y="4053272"/>
              <a:ext cx="324154" cy="219143"/>
            </a:xfrm>
            <a:prstGeom prst="rightArrow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622463D4-4605-6397-D3D7-B129A119D098}"/>
                </a:ext>
              </a:extLst>
            </p:cNvPr>
            <p:cNvSpPr/>
            <p:nvPr/>
          </p:nvSpPr>
          <p:spPr>
            <a:xfrm>
              <a:off x="5720228" y="3945671"/>
              <a:ext cx="434348" cy="4343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57" name="부분 원형 56">
            <a:extLst>
              <a:ext uri="{FF2B5EF4-FFF2-40B4-BE49-F238E27FC236}">
                <a16:creationId xmlns:a16="http://schemas.microsoft.com/office/drawing/2014/main" id="{4C297849-4B18-4396-F7C7-3BB538183130}"/>
              </a:ext>
            </a:extLst>
          </p:cNvPr>
          <p:cNvSpPr/>
          <p:nvPr/>
        </p:nvSpPr>
        <p:spPr>
          <a:xfrm rot="2824238">
            <a:off x="9586251" y="4112328"/>
            <a:ext cx="434408" cy="434408"/>
          </a:xfrm>
          <a:prstGeom prst="pie">
            <a:avLst>
              <a:gd name="adj1" fmla="val 0"/>
              <a:gd name="adj2" fmla="val 535205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8" name="부분 원형 57">
            <a:extLst>
              <a:ext uri="{FF2B5EF4-FFF2-40B4-BE49-F238E27FC236}">
                <a16:creationId xmlns:a16="http://schemas.microsoft.com/office/drawing/2014/main" id="{77A40C9E-C557-BC2E-B4D1-D579892C3526}"/>
              </a:ext>
            </a:extLst>
          </p:cNvPr>
          <p:cNvSpPr/>
          <p:nvPr/>
        </p:nvSpPr>
        <p:spPr>
          <a:xfrm rot="8100000">
            <a:off x="9586051" y="4118273"/>
            <a:ext cx="434408" cy="434408"/>
          </a:xfrm>
          <a:prstGeom prst="pie">
            <a:avLst>
              <a:gd name="adj1" fmla="val 0"/>
              <a:gd name="adj2" fmla="val 535205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3" name="부분 원형 72">
            <a:extLst>
              <a:ext uri="{FF2B5EF4-FFF2-40B4-BE49-F238E27FC236}">
                <a16:creationId xmlns:a16="http://schemas.microsoft.com/office/drawing/2014/main" id="{5361E36D-75F4-FC47-6F5B-02A711B5765B}"/>
              </a:ext>
            </a:extLst>
          </p:cNvPr>
          <p:cNvSpPr/>
          <p:nvPr/>
        </p:nvSpPr>
        <p:spPr>
          <a:xfrm rot="8016831">
            <a:off x="9586141" y="4114231"/>
            <a:ext cx="434408" cy="434408"/>
          </a:xfrm>
          <a:prstGeom prst="pie">
            <a:avLst>
              <a:gd name="adj1" fmla="val 0"/>
              <a:gd name="adj2" fmla="val 535205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1CF521DC-7D06-FAC6-8E61-B83365BAD4A1}"/>
              </a:ext>
            </a:extLst>
          </p:cNvPr>
          <p:cNvSpPr/>
          <p:nvPr/>
        </p:nvSpPr>
        <p:spPr>
          <a:xfrm rot="10800000">
            <a:off x="6709923" y="5816846"/>
            <a:ext cx="324154" cy="21914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B2D8001B-003B-0CBE-3691-F6286E1CD01B}"/>
              </a:ext>
            </a:extLst>
          </p:cNvPr>
          <p:cNvSpPr/>
          <p:nvPr/>
        </p:nvSpPr>
        <p:spPr>
          <a:xfrm>
            <a:off x="7119837" y="5816846"/>
            <a:ext cx="324154" cy="21914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969233A2-F9B7-EE90-4D17-5EC4D093F8C4}"/>
              </a:ext>
            </a:extLst>
          </p:cNvPr>
          <p:cNvSpPr/>
          <p:nvPr/>
        </p:nvSpPr>
        <p:spPr>
          <a:xfrm>
            <a:off x="6859783" y="5709245"/>
            <a:ext cx="434348" cy="43434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6459948-AA5F-287C-EE96-4D83ADD95D0D}"/>
              </a:ext>
            </a:extLst>
          </p:cNvPr>
          <p:cNvCxnSpPr>
            <a:cxnSpLocks/>
          </p:cNvCxnSpPr>
          <p:nvPr/>
        </p:nvCxnSpPr>
        <p:spPr>
          <a:xfrm>
            <a:off x="2541759" y="1670633"/>
            <a:ext cx="3411" cy="494808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8A8D596E-2F61-E4E7-945D-5C6F66C7C097}"/>
              </a:ext>
            </a:extLst>
          </p:cNvPr>
          <p:cNvCxnSpPr>
            <a:cxnSpLocks/>
          </p:cNvCxnSpPr>
          <p:nvPr/>
        </p:nvCxnSpPr>
        <p:spPr>
          <a:xfrm>
            <a:off x="7083862" y="1705128"/>
            <a:ext cx="3411" cy="494808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29567175-38B3-E794-5241-3A9A2C8451F7}"/>
              </a:ext>
            </a:extLst>
          </p:cNvPr>
          <p:cNvCxnSpPr>
            <a:cxnSpLocks/>
          </p:cNvCxnSpPr>
          <p:nvPr/>
        </p:nvCxnSpPr>
        <p:spPr>
          <a:xfrm>
            <a:off x="7065548" y="4890242"/>
            <a:ext cx="3411" cy="494808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B8029F1A-562B-399E-A1FA-989B6B7408AE}"/>
              </a:ext>
            </a:extLst>
          </p:cNvPr>
          <p:cNvCxnSpPr>
            <a:cxnSpLocks/>
          </p:cNvCxnSpPr>
          <p:nvPr/>
        </p:nvCxnSpPr>
        <p:spPr>
          <a:xfrm>
            <a:off x="9801549" y="4893163"/>
            <a:ext cx="3411" cy="494808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F8B558EE-7614-6F5E-1EC4-706F5DB4EE80}"/>
              </a:ext>
            </a:extLst>
          </p:cNvPr>
          <p:cNvCxnSpPr>
            <a:cxnSpLocks/>
          </p:cNvCxnSpPr>
          <p:nvPr/>
        </p:nvCxnSpPr>
        <p:spPr>
          <a:xfrm>
            <a:off x="7970125" y="4344330"/>
            <a:ext cx="989617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화살표: 오른쪽 85">
            <a:extLst>
              <a:ext uri="{FF2B5EF4-FFF2-40B4-BE49-F238E27FC236}">
                <a16:creationId xmlns:a16="http://schemas.microsoft.com/office/drawing/2014/main" id="{D75E528F-49D6-410F-45D4-44DECA71222D}"/>
              </a:ext>
            </a:extLst>
          </p:cNvPr>
          <p:cNvSpPr/>
          <p:nvPr/>
        </p:nvSpPr>
        <p:spPr>
          <a:xfrm rot="16200000">
            <a:off x="6910220" y="4023512"/>
            <a:ext cx="324154" cy="21914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8" name="부분 원형 87">
            <a:extLst>
              <a:ext uri="{FF2B5EF4-FFF2-40B4-BE49-F238E27FC236}">
                <a16:creationId xmlns:a16="http://schemas.microsoft.com/office/drawing/2014/main" id="{692A9A55-1484-5D30-F7BC-8A1FF19271E9}"/>
              </a:ext>
            </a:extLst>
          </p:cNvPr>
          <p:cNvSpPr/>
          <p:nvPr/>
        </p:nvSpPr>
        <p:spPr>
          <a:xfrm rot="2824238">
            <a:off x="6848343" y="4132977"/>
            <a:ext cx="434408" cy="434408"/>
          </a:xfrm>
          <a:prstGeom prst="pie">
            <a:avLst>
              <a:gd name="adj1" fmla="val 16291226"/>
              <a:gd name="adj2" fmla="val 535205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568897B6-9BE1-8B01-F682-2006706C648E}"/>
              </a:ext>
            </a:extLst>
          </p:cNvPr>
          <p:cNvGrpSpPr/>
          <p:nvPr/>
        </p:nvGrpSpPr>
        <p:grpSpPr>
          <a:xfrm rot="5400000">
            <a:off x="2332413" y="3974976"/>
            <a:ext cx="584208" cy="579394"/>
            <a:chOff x="7644711" y="3800625"/>
            <a:chExt cx="584208" cy="579394"/>
          </a:xfrm>
          <a:solidFill>
            <a:srgbClr val="002060"/>
          </a:solidFill>
        </p:grpSpPr>
        <p:sp>
          <p:nvSpPr>
            <p:cNvPr id="91" name="화살표: 오른쪽 90">
              <a:extLst>
                <a:ext uri="{FF2B5EF4-FFF2-40B4-BE49-F238E27FC236}">
                  <a16:creationId xmlns:a16="http://schemas.microsoft.com/office/drawing/2014/main" id="{DF27403D-6BA5-4851-7CDA-006E20B2BCBC}"/>
                </a:ext>
              </a:extLst>
            </p:cNvPr>
            <p:cNvSpPr/>
            <p:nvPr/>
          </p:nvSpPr>
          <p:spPr>
            <a:xfrm rot="10800000">
              <a:off x="7644711" y="4053272"/>
              <a:ext cx="324154" cy="219143"/>
            </a:xfrm>
            <a:prstGeom prst="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2" name="화살표: 오른쪽 91">
              <a:extLst>
                <a:ext uri="{FF2B5EF4-FFF2-40B4-BE49-F238E27FC236}">
                  <a16:creationId xmlns:a16="http://schemas.microsoft.com/office/drawing/2014/main" id="{A218337B-4BDA-9CA4-03DA-FCB9ECB91F7D}"/>
                </a:ext>
              </a:extLst>
            </p:cNvPr>
            <p:cNvSpPr/>
            <p:nvPr/>
          </p:nvSpPr>
          <p:spPr>
            <a:xfrm rot="16200000">
              <a:off x="7850442" y="3853130"/>
              <a:ext cx="324154" cy="219143"/>
            </a:xfrm>
            <a:prstGeom prst="righ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B0A9EAC0-F9D7-503A-5AF4-67A9C7562F65}"/>
                </a:ext>
              </a:extLst>
            </p:cNvPr>
            <p:cNvSpPr/>
            <p:nvPr/>
          </p:nvSpPr>
          <p:spPr>
            <a:xfrm>
              <a:off x="7794571" y="3945671"/>
              <a:ext cx="434348" cy="43434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EE705CAC-4F4E-38FA-E50B-38356E3D7133}"/>
              </a:ext>
            </a:extLst>
          </p:cNvPr>
          <p:cNvCxnSpPr>
            <a:cxnSpLocks/>
          </p:cNvCxnSpPr>
          <p:nvPr/>
        </p:nvCxnSpPr>
        <p:spPr>
          <a:xfrm>
            <a:off x="2541759" y="3310607"/>
            <a:ext cx="3411" cy="494808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87B8E140-F2F0-C453-87C1-105965A90B59}"/>
              </a:ext>
            </a:extLst>
          </p:cNvPr>
          <p:cNvCxnSpPr>
            <a:cxnSpLocks/>
          </p:cNvCxnSpPr>
          <p:nvPr/>
        </p:nvCxnSpPr>
        <p:spPr>
          <a:xfrm>
            <a:off x="3124748" y="2776659"/>
            <a:ext cx="618842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7ED40A69-AA0F-BFA3-3CD4-079669BD6ED5}"/>
              </a:ext>
            </a:extLst>
          </p:cNvPr>
          <p:cNvCxnSpPr>
            <a:cxnSpLocks/>
          </p:cNvCxnSpPr>
          <p:nvPr/>
        </p:nvCxnSpPr>
        <p:spPr>
          <a:xfrm>
            <a:off x="3434169" y="4320801"/>
            <a:ext cx="2738652" cy="4671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화살표: 오른쪽 98">
            <a:extLst>
              <a:ext uri="{FF2B5EF4-FFF2-40B4-BE49-F238E27FC236}">
                <a16:creationId xmlns:a16="http://schemas.microsoft.com/office/drawing/2014/main" id="{361196C0-CAA1-9C71-1FE8-805698E548A9}"/>
              </a:ext>
            </a:extLst>
          </p:cNvPr>
          <p:cNvSpPr/>
          <p:nvPr/>
        </p:nvSpPr>
        <p:spPr>
          <a:xfrm rot="10800000">
            <a:off x="2161827" y="2672180"/>
            <a:ext cx="324154" cy="21914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" name="부분 원형 100">
            <a:extLst>
              <a:ext uri="{FF2B5EF4-FFF2-40B4-BE49-F238E27FC236}">
                <a16:creationId xmlns:a16="http://schemas.microsoft.com/office/drawing/2014/main" id="{52870453-8380-E5AD-2DB7-E58150DE55AE}"/>
              </a:ext>
            </a:extLst>
          </p:cNvPr>
          <p:cNvSpPr/>
          <p:nvPr/>
        </p:nvSpPr>
        <p:spPr>
          <a:xfrm rot="8079389">
            <a:off x="2333055" y="850577"/>
            <a:ext cx="434408" cy="434408"/>
          </a:xfrm>
          <a:prstGeom prst="pie">
            <a:avLst>
              <a:gd name="adj1" fmla="val 16291226"/>
              <a:gd name="adj2" fmla="val 535205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2" name="부분 원형 101">
            <a:extLst>
              <a:ext uri="{FF2B5EF4-FFF2-40B4-BE49-F238E27FC236}">
                <a16:creationId xmlns:a16="http://schemas.microsoft.com/office/drawing/2014/main" id="{83069281-B52E-C724-2DBB-5FBA56F6F7F9}"/>
              </a:ext>
            </a:extLst>
          </p:cNvPr>
          <p:cNvSpPr/>
          <p:nvPr/>
        </p:nvSpPr>
        <p:spPr>
          <a:xfrm rot="2700000">
            <a:off x="2339774" y="4130536"/>
            <a:ext cx="434408" cy="434408"/>
          </a:xfrm>
          <a:prstGeom prst="pie">
            <a:avLst>
              <a:gd name="adj1" fmla="val 16291226"/>
              <a:gd name="adj2" fmla="val 535205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3" name="부분 원형 102">
            <a:extLst>
              <a:ext uri="{FF2B5EF4-FFF2-40B4-BE49-F238E27FC236}">
                <a16:creationId xmlns:a16="http://schemas.microsoft.com/office/drawing/2014/main" id="{64D0D892-0387-F25B-67B2-441BEF3C5AE0}"/>
              </a:ext>
            </a:extLst>
          </p:cNvPr>
          <p:cNvSpPr/>
          <p:nvPr/>
        </p:nvSpPr>
        <p:spPr>
          <a:xfrm rot="2700000">
            <a:off x="6869726" y="840538"/>
            <a:ext cx="434408" cy="434408"/>
          </a:xfrm>
          <a:prstGeom prst="pie">
            <a:avLst>
              <a:gd name="adj1" fmla="val 16291226"/>
              <a:gd name="adj2" fmla="val 535205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BE37CD9F-AE95-49F1-AA15-951E65CA6746}"/>
              </a:ext>
            </a:extLst>
          </p:cNvPr>
          <p:cNvCxnSpPr>
            <a:cxnSpLocks/>
          </p:cNvCxnSpPr>
          <p:nvPr/>
        </p:nvCxnSpPr>
        <p:spPr>
          <a:xfrm>
            <a:off x="4318678" y="3351844"/>
            <a:ext cx="6815" cy="2033206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4C12AD0D-7E96-9CB7-EC36-9824E984AB52}"/>
              </a:ext>
            </a:extLst>
          </p:cNvPr>
          <p:cNvGrpSpPr/>
          <p:nvPr/>
        </p:nvGrpSpPr>
        <p:grpSpPr>
          <a:xfrm>
            <a:off x="3930633" y="2385195"/>
            <a:ext cx="789720" cy="789720"/>
            <a:chOff x="3930633" y="2385195"/>
            <a:chExt cx="789720" cy="789720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D14ECEFC-0249-3362-BA09-83C114701666}"/>
                </a:ext>
              </a:extLst>
            </p:cNvPr>
            <p:cNvSpPr/>
            <p:nvPr/>
          </p:nvSpPr>
          <p:spPr>
            <a:xfrm>
              <a:off x="3934364" y="2396464"/>
              <a:ext cx="772281" cy="77228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6" name="부분 원형 105">
              <a:extLst>
                <a:ext uri="{FF2B5EF4-FFF2-40B4-BE49-F238E27FC236}">
                  <a16:creationId xmlns:a16="http://schemas.microsoft.com/office/drawing/2014/main" id="{C62A1C8A-0FB8-7F57-E619-A4F09A29B489}"/>
                </a:ext>
              </a:extLst>
            </p:cNvPr>
            <p:cNvSpPr/>
            <p:nvPr/>
          </p:nvSpPr>
          <p:spPr>
            <a:xfrm rot="2700000">
              <a:off x="3930633" y="2385195"/>
              <a:ext cx="789720" cy="789720"/>
            </a:xfrm>
            <a:prstGeom prst="pie">
              <a:avLst>
                <a:gd name="adj1" fmla="val 21508698"/>
                <a:gd name="adj2" fmla="val 5352054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6B3A9B5-6167-5378-B4A6-F471A3A24F4F}"/>
                </a:ext>
              </a:extLst>
            </p:cNvPr>
            <p:cNvSpPr/>
            <p:nvPr/>
          </p:nvSpPr>
          <p:spPr>
            <a:xfrm>
              <a:off x="4067910" y="2530012"/>
              <a:ext cx="505187" cy="50518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E</a:t>
              </a:r>
              <a:endParaRPr lang="ko-KR" altLang="en-US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09" name="부분 원형 108">
            <a:extLst>
              <a:ext uri="{FF2B5EF4-FFF2-40B4-BE49-F238E27FC236}">
                <a16:creationId xmlns:a16="http://schemas.microsoft.com/office/drawing/2014/main" id="{3E62A638-55DE-C98D-717E-3A2C16FF61A4}"/>
              </a:ext>
            </a:extLst>
          </p:cNvPr>
          <p:cNvSpPr/>
          <p:nvPr/>
        </p:nvSpPr>
        <p:spPr>
          <a:xfrm rot="13450299">
            <a:off x="6861656" y="5708816"/>
            <a:ext cx="434408" cy="434408"/>
          </a:xfrm>
          <a:prstGeom prst="pie">
            <a:avLst>
              <a:gd name="adj1" fmla="val 16291226"/>
              <a:gd name="adj2" fmla="val 535205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172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6E3F74-1B66-6CF9-A2B6-31399E85B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842" y="2331720"/>
            <a:ext cx="5780315" cy="2194560"/>
          </a:xfrm>
        </p:spPr>
        <p:txBody>
          <a:bodyPr>
            <a:normAutofit/>
          </a:bodyPr>
          <a:lstStyle/>
          <a:p>
            <a:pPr algn="ctr"/>
            <a:r>
              <a:rPr lang="ko-KR" altLang="en-US" sz="6000" dirty="0"/>
              <a:t>감사합니다</a:t>
            </a:r>
            <a:r>
              <a:rPr lang="en-US" altLang="ko-KR" sz="6600" dirty="0"/>
              <a:t>!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013933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525</Words>
  <Application>Microsoft Office PowerPoint</Application>
  <PresentationFormat>와이드스크린</PresentationFormat>
  <Paragraphs>113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Noto Sans KR</vt:lpstr>
      <vt:lpstr>Arial</vt:lpstr>
      <vt:lpstr>Office 테마</vt:lpstr>
      <vt:lpstr>람다_파이프연결</vt:lpstr>
      <vt:lpstr>목차</vt:lpstr>
      <vt:lpstr>퍼즐 개요 및 목표</vt:lpstr>
      <vt:lpstr>코어 매커니즘</vt:lpstr>
      <vt:lpstr>승리 및 실패 조건</vt:lpstr>
      <vt:lpstr>레벨 디자인 및 난이도 조절</vt:lpstr>
      <vt:lpstr>UI/UX 및 비주얼 컨셉</vt:lpstr>
      <vt:lpstr>퍼즐_예시</vt:lpstr>
      <vt:lpstr>퍼즐_01</vt:lpstr>
      <vt:lpstr>퍼즐_02</vt:lpstr>
      <vt:lpstr>퍼즐_03</vt:lpstr>
      <vt:lpstr>퍼즐_요소</vt:lpstr>
      <vt:lpstr>퍼즐_문제(견본)</vt:lpstr>
      <vt:lpstr>퍼즐_풀이(견본)</vt:lpstr>
      <vt:lpstr>퍼즐_01(문제)</vt:lpstr>
      <vt:lpstr>퍼즐_01(풀이)</vt:lpstr>
      <vt:lpstr>퍼즐_02(문제)</vt:lpstr>
      <vt:lpstr>퍼즐_02(풀이)</vt:lpstr>
      <vt:lpstr>퍼즐_03(문제)</vt:lpstr>
      <vt:lpstr>퍼즐_03(풀이)</vt:lpstr>
      <vt:lpstr>퍼즐_04(문제)</vt:lpstr>
      <vt:lpstr>퍼즐_04(풀이)</vt:lpstr>
      <vt:lpstr>감사합니다!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바위맨 바위맨</dc:creator>
  <cp:lastModifiedBy>바위맨 바위맨</cp:lastModifiedBy>
  <cp:revision>29</cp:revision>
  <dcterms:created xsi:type="dcterms:W3CDTF">2025-10-03T00:47:37Z</dcterms:created>
  <dcterms:modified xsi:type="dcterms:W3CDTF">2025-10-13T07:29:53Z</dcterms:modified>
</cp:coreProperties>
</file>