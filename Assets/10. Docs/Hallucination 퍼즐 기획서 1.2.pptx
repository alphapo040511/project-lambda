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2" r:id="rId5"/>
    <p:sldId id="264" r:id="rId6"/>
    <p:sldId id="266" r:id="rId7"/>
    <p:sldId id="267" r:id="rId8"/>
    <p:sldId id="268" r:id="rId9"/>
    <p:sldId id="271" r:id="rId10"/>
    <p:sldId id="270" r:id="rId11"/>
    <p:sldId id="26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AB3C6-B1BA-4FA1-AA97-391647571E2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D6045-C036-4CB1-AC85-89F7411EC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0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43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F39A8-BCB5-AD66-E71C-0A5CA8BC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53398-1737-680E-B982-CEDDB0E3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0E11-8D2E-60E8-3DF1-835CA3D9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7A31-2868-8C0A-D9E3-0701F32C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BC037-52E5-60FA-2AEC-9DE5BDBB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FE5A-88B7-2F0C-C840-15580E6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292576"/>
            <a:ext cx="10515600" cy="75996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D4D54-F695-822F-7155-C973FFC8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E664E-6F91-D58C-53DB-1FAF8503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86D5B-7900-61DD-83CB-7ED6A5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2002B-25BA-7441-0D85-3580F7A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FD76-D1CC-BF28-319E-84A11E0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64D89-CE3E-47FB-8F07-BA41374D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512170-946E-361E-9664-2BBE31D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C4692-360C-1B02-6C5C-773AD5F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FA3E3-08C6-E7A7-F28C-C35052A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7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EBD6-B991-2BC7-CF49-A22B0DC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788A4-6EE5-09B3-C6B1-0C9A582D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C2D57-FBFE-D1B3-24FC-B5C2EBD5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E6538-920D-9EB6-9C2D-AB19AFE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0B5FC3-9EA5-4FD5-82CE-DA2E3C86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16AD2-4023-45AA-33BC-33BD72CE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2AA4B-B44D-19D2-FA49-22DAB97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A0FB2-1B99-B538-FF03-E3CD76C7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4B24A-CA6A-B4DB-424D-63192034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A234-E1E7-885C-20D7-3503750FD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BB016-DBEB-B84C-1C6C-8147B517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A4865-3DAC-B807-0F43-536395A7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A9AE1D-A41C-F370-4453-7BE0CE9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5409B-CCD4-CC93-A7D9-F34C09CD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C37-4D1B-2D55-9B38-4312DE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C7820-E23E-1DB9-9448-866DAC56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4EAF1-E1C8-FCF4-E4F5-13ACA5DC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0BC6D-9164-D3E1-9A2D-509EF0C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56190-8D6D-1119-E9AD-F0F29B69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5052C3-2E11-A1D4-AA95-D9294838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3CA5D-9E2F-80FC-3F36-DFDF6817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0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D9FF9-F941-C816-7BBD-23265BF7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8A7D4-4317-F5BE-6E9F-B6684E1C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104D1-4FFC-A7BD-3A42-5AD4C0E0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E55BB-8686-7861-7BDA-7B4E6628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59A88-15B8-6B91-8133-82F9395D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4A7DE-1770-47B2-36DC-0F03BA2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9A21-50A9-C73C-9B29-9399DC03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4AA84D-7558-F6DB-5675-BDAFDA57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15B04E-F701-2305-0F3C-CEEB246F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FEF15-B449-5AFB-97A3-E361887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F2DC4-F8D5-8B17-15D2-3F53B4EF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CA8CA-CAC7-320F-1E67-D1C9BA22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83804-7429-2A6E-2527-530A5B5C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5D722B-EEF7-21A2-0500-8AA8F4C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F3985-A726-932A-60C5-651D1BDE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9B98-0DC0-0DE9-D92C-793EE9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8B340-3159-0F34-97FA-C5F412F6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A0A6-58F3-EF7F-EA94-2617320B0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A47E5D-FD11-3369-1664-7EA91B2C7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B1522-5438-6479-4F1D-FE9A555C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A0EFB-07B8-155B-7F01-3AEB16F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D4E3-576E-74AB-B362-8876BF8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A2085-9052-E5D0-0815-A52270BE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9CE2-11B9-0E69-5B12-14F32F6B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B2453-4BDF-9AD2-F520-6D127C58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FE906D8-CCF0-4EDF-B4EF-C5D91FC7F5BD}" type="datetimeFigureOut">
              <a:rPr lang="ko-KR" altLang="en-US" smtClean="0"/>
              <a:pPr/>
              <a:t>2025-11-12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11C3-7CAE-6A02-4F9F-125501C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329FE-212F-CF53-A937-1AD4A2FB0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DD78592-72FC-49A8-A0B6-C12F4AA626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99CC-6A9B-E2CF-99D0-69837F9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6" y="1122363"/>
            <a:ext cx="4308629" cy="546639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Hallucinate </a:t>
            </a:r>
            <a:r>
              <a:rPr lang="ko-KR" altLang="en-US" sz="2800" dirty="0"/>
              <a:t>퍼즐 기획서</a:t>
            </a:r>
          </a:p>
        </p:txBody>
      </p:sp>
    </p:spTree>
    <p:extLst>
      <p:ext uri="{BB962C8B-B14F-4D97-AF65-F5344CB8AC3E}">
        <p14:creationId xmlns:p14="http://schemas.microsoft.com/office/powerpoint/2010/main" val="36176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17FAB-ED91-B10E-5C9C-0DD72EC8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 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CDF233-7085-0B43-12FB-45FD0184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79119"/>
              </p:ext>
            </p:extLst>
          </p:nvPr>
        </p:nvGraphicFramePr>
        <p:xfrm>
          <a:off x="2032000" y="2316480"/>
          <a:ext cx="812800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24264">
                  <a:extLst>
                    <a:ext uri="{9D8B030D-6E8A-4147-A177-3AD203B41FA5}">
                      <a16:colId xmlns:a16="http://schemas.microsoft.com/office/drawing/2014/main" val="2808757272"/>
                    </a:ext>
                  </a:extLst>
                </a:gridCol>
                <a:gridCol w="1197447">
                  <a:extLst>
                    <a:ext uri="{9D8B030D-6E8A-4147-A177-3AD203B41FA5}">
                      <a16:colId xmlns:a16="http://schemas.microsoft.com/office/drawing/2014/main" val="3342243157"/>
                    </a:ext>
                  </a:extLst>
                </a:gridCol>
                <a:gridCol w="6006290">
                  <a:extLst>
                    <a:ext uri="{9D8B030D-6E8A-4147-A177-3AD203B41FA5}">
                      <a16:colId xmlns:a16="http://schemas.microsoft.com/office/drawing/2014/main" val="2913769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</a:t>
                      </a:r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문서 작성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퍼즐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’25.11.12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124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8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D499D-DD06-4AB4-9D40-7D1784F5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5DE81-0DFD-E4B6-B216-EE7C9317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160416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Hallucination </a:t>
            </a:r>
            <a:r>
              <a:rPr lang="ko-KR" altLang="en-US" sz="1800" dirty="0"/>
              <a:t>게임의 재미요소를 더하기 위한 퍼즐 콘텐츠를 기획한 문서이다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퍼즐의 난이도는 상</a:t>
            </a:r>
            <a:r>
              <a:rPr lang="en-US" altLang="ko-KR" sz="1800" dirty="0"/>
              <a:t>/</a:t>
            </a:r>
            <a:r>
              <a:rPr lang="ko-KR" altLang="en-US" sz="1800" dirty="0"/>
              <a:t>중</a:t>
            </a:r>
            <a:r>
              <a:rPr lang="en-US" altLang="ko-KR" sz="1800" dirty="0"/>
              <a:t>/</a:t>
            </a:r>
            <a:r>
              <a:rPr lang="ko-KR" altLang="en-US" sz="1800" dirty="0"/>
              <a:t>하 세 단계로 나뉘며</a:t>
            </a:r>
            <a:r>
              <a:rPr lang="en-US" altLang="ko-KR" sz="1800" dirty="0"/>
              <a:t>, </a:t>
            </a:r>
            <a:r>
              <a:rPr lang="ko-KR" altLang="en-US" sz="1800" dirty="0"/>
              <a:t>후반 구역으로 갈수록 난이도가 높아진다</a:t>
            </a:r>
            <a:r>
              <a:rPr lang="en-US" altLang="ko-KR" sz="18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C9BDA5-3C11-C7BB-BC9F-5364A0CC3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54319"/>
              </p:ext>
            </p:extLst>
          </p:nvPr>
        </p:nvGraphicFramePr>
        <p:xfrm>
          <a:off x="762492" y="2552700"/>
          <a:ext cx="1666383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458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198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구역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개수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동면실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  <a:tr h="2420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9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06110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4502C3-1069-1403-13B6-3AA54C94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85452"/>
              </p:ext>
            </p:extLst>
          </p:nvPr>
        </p:nvGraphicFramePr>
        <p:xfrm>
          <a:off x="3086593" y="2552700"/>
          <a:ext cx="5057282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13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93769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추가적인 단서 없이 장치만을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레벨이나 오브젝트에 표시되어 있는 단서를 바탕으로 장치를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55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34922-804A-B04B-EDC8-5119E99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DAD5DD-07B2-190F-2277-9DCAAD271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748885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스위치를 조작해 빨간색으로 표시된 구간에 계기판 바늘을 위치시키기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2~3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C0520F-EDEA-37A8-1D31-A9BA6D7C682F}"/>
              </a:ext>
            </a:extLst>
          </p:cNvPr>
          <p:cNvSpPr txBox="1"/>
          <p:nvPr/>
        </p:nvSpPr>
        <p:spPr>
          <a:xfrm>
            <a:off x="457693" y="3429000"/>
            <a:ext cx="60945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처음으로 발견하는 퍼즐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해당 퍼즐을 해결할 시 퓨즈 박스 열쇠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배전반 퍼즐</a:t>
            </a:r>
            <a:endParaRPr lang="ko-KR" altLang="ko-KR" sz="1400" dirty="0">
              <a:effectLst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59829F-71A9-40EF-C102-44DEF033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843" y="583190"/>
            <a:ext cx="4832971" cy="569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8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07B94-6D77-4446-0C11-1441EBB0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CB22B0-88A3-1534-D086-211FCF11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705E71-FF68-DBE9-F636-2EEBC2434BFD}"/>
              </a:ext>
            </a:extLst>
          </p:cNvPr>
          <p:cNvSpPr/>
          <p:nvPr/>
        </p:nvSpPr>
        <p:spPr>
          <a:xfrm>
            <a:off x="4163627" y="1464816"/>
            <a:ext cx="3382392" cy="14648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FAA688-2036-4593-2C68-563F20B1FA90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807868" cy="946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5923CE-1E78-31F0-5994-E8885B1C3188}"/>
              </a:ext>
            </a:extLst>
          </p:cNvPr>
          <p:cNvSpPr/>
          <p:nvPr/>
        </p:nvSpPr>
        <p:spPr>
          <a:xfrm>
            <a:off x="230819" y="1502954"/>
            <a:ext cx="3124940" cy="1426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부터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까지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눈금이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오른쪽으로 갈 수록 눈금의 수가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씩 증가한다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 초기 위치는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스위치를 적절히 작동시켜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계기판 바늘을 위치시켜야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A14378-8097-1BF1-E74A-A9CAB4C051C7}"/>
              </a:ext>
            </a:extLst>
          </p:cNvPr>
          <p:cNvSpPr/>
          <p:nvPr/>
        </p:nvSpPr>
        <p:spPr>
          <a:xfrm>
            <a:off x="230819" y="118335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91A1A3-2D00-AE44-6CF4-47BE6108BA0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E31B6B7-B5D1-264E-F4F0-1CAB73363AA2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6BD9F0-0025-22D5-F1F2-38607ADEEDE6}"/>
              </a:ext>
            </a:extLst>
          </p:cNvPr>
          <p:cNvSpPr/>
          <p:nvPr/>
        </p:nvSpPr>
        <p:spPr>
          <a:xfrm>
            <a:off x="230819" y="3399320"/>
            <a:ext cx="3124940" cy="1955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스위치가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스위치는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상태가 변환되며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상태는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 때 정해진 값만큼 바늘이 이동하고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상태일시 되돌아온다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+4.5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91F4EC-C609-B2D0-1C6A-9D5CD831868C}"/>
              </a:ext>
            </a:extLst>
          </p:cNvPr>
          <p:cNvSpPr/>
          <p:nvPr/>
        </p:nvSpPr>
        <p:spPr>
          <a:xfrm>
            <a:off x="230819" y="3079723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BBDFEE6-6699-EB98-0D6B-66410BF69320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94B3460-4747-DE78-D48C-8A5146752EC7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81AD8E-F837-828B-49FD-917F619E7BB4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A374B8A-0B38-6F1E-D61C-B5BB7727564A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157F4F0-790F-C2DD-CBB0-9451D86E7159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C0B3367-2A81-73A4-0D34-CA3EA1920706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DFF6A3-50F9-5612-BB60-DEE84B051D0B}"/>
              </a:ext>
            </a:extLst>
          </p:cNvPr>
          <p:cNvSpPr/>
          <p:nvPr/>
        </p:nvSpPr>
        <p:spPr>
          <a:xfrm>
            <a:off x="8796572" y="4084064"/>
            <a:ext cx="3124940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설정된 스위치의 값 만큼 바늘이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 클릭은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초의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쿨타임이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C93765-351C-0F53-12E4-FBF72B3B3BAF}"/>
              </a:ext>
            </a:extLst>
          </p:cNvPr>
          <p:cNvSpPr/>
          <p:nvPr/>
        </p:nvSpPr>
        <p:spPr>
          <a:xfrm>
            <a:off x="8796572" y="376446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C751459-90F1-AB19-3A25-1A86BD79179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2F88737-2FFA-63F2-50BE-64B5D1EDD63D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F0B043-4EFD-F0EA-E120-06B3D9582167}"/>
              </a:ext>
            </a:extLst>
          </p:cNvPr>
          <p:cNvSpPr/>
          <p:nvPr/>
        </p:nvSpPr>
        <p:spPr>
          <a:xfrm>
            <a:off x="8796572" y="5478349"/>
            <a:ext cx="3124940" cy="4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위치시킬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4337D2-EF08-944D-30EF-950001567508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</p:spTree>
    <p:extLst>
      <p:ext uri="{BB962C8B-B14F-4D97-AF65-F5344CB8AC3E}">
        <p14:creationId xmlns:p14="http://schemas.microsoft.com/office/powerpoint/2010/main" val="18571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889-E003-A07D-F2E2-ED4E35EF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DF64B-8823-3BBD-5162-A8AB1AF2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AB3F0E-CBB3-1513-FB1D-3BF078B37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601D5E-6508-150D-EDF7-CEBE738D0E4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06102E7-9840-08AC-9327-367F0CE2A00F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B1A2876-27A1-98A6-C1F6-DD72A9B2944B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2BDFA73-A20F-3E83-34BD-2B841E649875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EE7FA9B-8465-026D-AD7C-38BD19A0EF8D}"/>
              </a:ext>
            </a:extLst>
          </p:cNvPr>
          <p:cNvSpPr/>
          <p:nvPr/>
        </p:nvSpPr>
        <p:spPr>
          <a:xfrm>
            <a:off x="332509" y="5585065"/>
            <a:ext cx="3124940" cy="689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스위치를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변경한 후 조작 버튼을 클릭 시 퍼즐이 해결되고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228920E-345A-CCED-3063-9801DDE3A1B8}"/>
              </a:ext>
            </a:extLst>
          </p:cNvPr>
          <p:cNvSpPr/>
          <p:nvPr/>
        </p:nvSpPr>
        <p:spPr>
          <a:xfrm>
            <a:off x="6009622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/>
              <a:t>OFF</a:t>
            </a:r>
            <a:endParaRPr lang="ko-KR" altLang="en-US" sz="9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565818-B25A-D9B6-278F-940E64C548FC}"/>
              </a:ext>
            </a:extLst>
          </p:cNvPr>
          <p:cNvSpPr/>
          <p:nvPr/>
        </p:nvSpPr>
        <p:spPr>
          <a:xfrm>
            <a:off x="4734372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2BB2E5-3818-BE7D-BE5E-402AD09346F7}"/>
              </a:ext>
            </a:extLst>
          </p:cNvPr>
          <p:cNvSpPr/>
          <p:nvPr/>
        </p:nvSpPr>
        <p:spPr>
          <a:xfrm>
            <a:off x="6644095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3D5FF40-9ED6-12EE-C3A2-E71CE6160EFA}"/>
              </a:ext>
            </a:extLst>
          </p:cNvPr>
          <p:cNvSpPr/>
          <p:nvPr/>
        </p:nvSpPr>
        <p:spPr>
          <a:xfrm>
            <a:off x="3045041" y="3983131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B546761-5347-2010-31CF-0DB2EBEF69F9}"/>
              </a:ext>
            </a:extLst>
          </p:cNvPr>
          <p:cNvSpPr/>
          <p:nvPr/>
        </p:nvSpPr>
        <p:spPr>
          <a:xfrm>
            <a:off x="5193156" y="459197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73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1C2D-8C9C-7304-F3E4-50DE5F9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9F44651-0C07-888F-6476-F13758D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E042ED-7DE8-FAE2-591B-3A63942A439A}"/>
              </a:ext>
            </a:extLst>
          </p:cNvPr>
          <p:cNvSpPr/>
          <p:nvPr/>
        </p:nvSpPr>
        <p:spPr>
          <a:xfrm>
            <a:off x="3802536" y="937935"/>
            <a:ext cx="4132902" cy="51321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C91646-869C-C8ED-E3D7-F04AEB63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2421B2-1E04-7FFA-A8C7-4A7391CEB116}"/>
              </a:ext>
            </a:extLst>
          </p:cNvPr>
          <p:cNvSpPr/>
          <p:nvPr/>
        </p:nvSpPr>
        <p:spPr>
          <a:xfrm>
            <a:off x="5659233" y="1751791"/>
            <a:ext cx="391180" cy="69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7A5B7D2-62E5-9679-9FA8-F50BD359F9DF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2234550" cy="473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27E3F-DBEE-6BC2-3C12-427F5DF90791}"/>
              </a:ext>
            </a:extLst>
          </p:cNvPr>
          <p:cNvSpPr/>
          <p:nvPr/>
        </p:nvSpPr>
        <p:spPr>
          <a:xfrm>
            <a:off x="230819" y="1863168"/>
            <a:ext cx="3124940" cy="946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스위치를 하나라도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만든 후 조작 버튼을 누르면 좌우로 미세하게 떨린다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정해진 위치로 이동할 때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InQuart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이동하며 약간의 반동이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01E627-52F6-FABA-05BF-ABDFDCA6DF09}"/>
              </a:ext>
            </a:extLst>
          </p:cNvPr>
          <p:cNvSpPr/>
          <p:nvPr/>
        </p:nvSpPr>
        <p:spPr>
          <a:xfrm>
            <a:off x="230819" y="154357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60E308-3073-62A7-917A-4AD2E5CC8A07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32C6CD6-77FA-6B71-3A2A-6CECDB51D5CA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1DAF26-C473-FE59-802C-82DABD9F6AD8}"/>
              </a:ext>
            </a:extLst>
          </p:cNvPr>
          <p:cNvSpPr/>
          <p:nvPr/>
        </p:nvSpPr>
        <p:spPr>
          <a:xfrm>
            <a:off x="230819" y="3669102"/>
            <a:ext cx="3124940" cy="1416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상태를 변경할 때마다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OutExpo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스위치가 올라가고 내려간다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틱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스위치 조작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925200" lvl="2" indent="-144000">
              <a:buFont typeface="Arial" panose="020B0604020202020204" pitchFamily="34" charset="0"/>
              <a:buChar char="•"/>
            </a:pP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 </a:t>
            </a:r>
            <a:r>
              <a:rPr lang="ko-KR" altLang="en-US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만들 때는 소리의 피치가 낮아진다</a:t>
            </a: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4A3288-A46F-9220-995C-4C2108361EA5}"/>
              </a:ext>
            </a:extLst>
          </p:cNvPr>
          <p:cNvSpPr/>
          <p:nvPr/>
        </p:nvSpPr>
        <p:spPr>
          <a:xfrm>
            <a:off x="230819" y="3349505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0049AD1-4571-9347-D42B-18477F7B7FB8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C52A0E-B94E-96B3-9199-EC951E0DCD24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3C92807-89F1-D553-86CC-612AB308B46F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E3EE0ED-A580-BD6F-8E16-DA12DDB465C9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CCCD9D-9FB4-1D46-7360-CA80AACADE71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1912499-5972-88FD-A6A0-07AB7D22F1D7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B58BB2-1E69-64AC-D6CA-EB064F709A48}"/>
              </a:ext>
            </a:extLst>
          </p:cNvPr>
          <p:cNvSpPr/>
          <p:nvPr/>
        </p:nvSpPr>
        <p:spPr>
          <a:xfrm>
            <a:off x="8796572" y="4097698"/>
            <a:ext cx="3124940" cy="93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전기가 통하는 듯한 소리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571E7E-397C-D43E-BA3A-A6BF9458317C}"/>
              </a:ext>
            </a:extLst>
          </p:cNvPr>
          <p:cNvSpPr/>
          <p:nvPr/>
        </p:nvSpPr>
        <p:spPr>
          <a:xfrm>
            <a:off x="8796572" y="377810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CD09DB-6C4A-0EBD-4DD6-78248DAFF97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48DB03D-0654-7983-0857-931AA210948C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B4158A-2E26-02F6-D20A-8FEE284E7B70}"/>
              </a:ext>
            </a:extLst>
          </p:cNvPr>
          <p:cNvSpPr/>
          <p:nvPr/>
        </p:nvSpPr>
        <p:spPr>
          <a:xfrm>
            <a:off x="8796572" y="5478349"/>
            <a:ext cx="3124940" cy="951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열쇠와 상호작용하여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딸그랑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쇠가 떨어지는 소리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8C337D8-D89C-4400-650E-02C751619220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98EC087-1ECC-6812-4D1F-AE31A362AC89}"/>
              </a:ext>
            </a:extLst>
          </p:cNvPr>
          <p:cNvCxnSpPr>
            <a:cxnSpLocks/>
          </p:cNvCxnSpPr>
          <p:nvPr/>
        </p:nvCxnSpPr>
        <p:spPr>
          <a:xfrm flipH="1">
            <a:off x="7935438" y="1930015"/>
            <a:ext cx="862333" cy="0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034E10-B981-6378-D91A-8012C5AFE0EA}"/>
              </a:ext>
            </a:extLst>
          </p:cNvPr>
          <p:cNvSpPr/>
          <p:nvPr/>
        </p:nvSpPr>
        <p:spPr>
          <a:xfrm>
            <a:off x="8796572" y="1502321"/>
            <a:ext cx="3124940" cy="1231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패널을 상호작용할 시 카메라가 전력 패널에 고정된다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상호작용하여 원래 상태로 돌아갈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아래의 열쇠 배출구로 카메라가 이동한 후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전력 패널과 상호작용 할 수 없게 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FD4420-92EC-F9E9-D04A-5CAEF806D02D}"/>
              </a:ext>
            </a:extLst>
          </p:cNvPr>
          <p:cNvSpPr/>
          <p:nvPr/>
        </p:nvSpPr>
        <p:spPr>
          <a:xfrm>
            <a:off x="8796572" y="1182724"/>
            <a:ext cx="3124940" cy="31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</a:p>
        </p:txBody>
      </p:sp>
    </p:spTree>
    <p:extLst>
      <p:ext uri="{BB962C8B-B14F-4D97-AF65-F5344CB8AC3E}">
        <p14:creationId xmlns:p14="http://schemas.microsoft.com/office/powerpoint/2010/main" val="341550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F66B-48B8-FE99-4C35-768BC67F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8FC19-6D1E-D765-5EC1-5E5D7CEE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기억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069337-FA69-4B11-FFA9-EDC042CD4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97919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랜덤한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순서로 출력되는 아이콘들의 순서를 기억한 후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20FF68C-A16C-2199-C35B-45072735A5B6}"/>
              </a:ext>
            </a:extLst>
          </p:cNvPr>
          <p:cNvSpPr txBox="1"/>
          <p:nvPr/>
        </p:nvSpPr>
        <p:spPr>
          <a:xfrm>
            <a:off x="457693" y="3429000"/>
            <a:ext cx="6094520" cy="685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퍼즐을 해결할 시 퓨즈 보관함 열쇠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2F5E3F-E141-2A92-4D28-EF19197F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86" y="0"/>
            <a:ext cx="5163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4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746D-A339-8348-EF86-F0CA2B2A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AD34FB86-80E2-B10F-5B1F-A24D0E81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B06FC1-C294-7E84-DC41-588292B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D0311-4C19-C99C-083A-DD4DA30720E7}"/>
              </a:ext>
            </a:extLst>
          </p:cNvPr>
          <p:cNvSpPr/>
          <p:nvPr/>
        </p:nvSpPr>
        <p:spPr>
          <a:xfrm>
            <a:off x="148809" y="1979205"/>
            <a:ext cx="3124940" cy="473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벽에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모니터가 걸려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39EB80-AECA-4742-9CCB-F544094CC5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C7AFF15-441B-7BF4-93D2-4552F1C5758E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934EE0-F6AD-CA65-C715-770A9AF8F468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EE978DB-9E06-4503-F122-8B8F3908B08C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3066F46-DDCE-7D59-0D11-63655D2CDE36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13661F-4967-15F7-BA81-372299842174}"/>
              </a:ext>
            </a:extLst>
          </p:cNvPr>
          <p:cNvSpPr/>
          <p:nvPr/>
        </p:nvSpPr>
        <p:spPr>
          <a:xfrm>
            <a:off x="8915400" y="3133726"/>
            <a:ext cx="3124940" cy="2500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버튼을 클릭할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주기로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랜덤한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모니터에 정해진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출력된 후 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해당 동작을 실행하지 않은 다른 모든 아이콘에 반복된다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 종료 시 모든 모니터의 아이콘이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 시 다시 버튼을 클릭해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실패할 경우 다시 버튼을 클릭해 해당 단계에서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재시작할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FEF17D5-F16D-5C30-6A25-28E01977202B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139C38F-610D-E98F-88C6-5442F263CCD6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ACBC172E-E82B-4473-06BA-81948E72BC77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C618D5A-C735-E44D-C874-BEADED1ED7E6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D8F579C-9AD4-C108-1087-0EE298D83C1E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56B993D-8450-F27C-B6D1-B62EFAADF6FE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ABBE7EC-62D5-2302-5E8C-47D7E71F5E75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615A8401-DBF0-C358-80CE-ECD95B5ECD96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FD85E3D-8A7D-D1BF-D24E-00EC31436C90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FCBB413-93D5-DA78-FF3D-895BDF8AFF15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0744F6-1C6A-E07E-DCD5-EC70664B1ED1}"/>
              </a:ext>
            </a:extLst>
          </p:cNvPr>
          <p:cNvSpPr/>
          <p:nvPr/>
        </p:nvSpPr>
        <p:spPr>
          <a:xfrm>
            <a:off x="148809" y="4043873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단계로 진행된다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eriod"/>
            </a:pP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단계째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진행될 때는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주기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0.8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시간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0.4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초로 줄어든다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모두 성공할 시 퍼즐이 해결된다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2FCAA1-EC15-CB49-4E2D-343636AC44B5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42199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5A72-DEF3-ACEF-C101-E95349A1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4FCD2AA2-10E7-5D1A-27A8-48B3A731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A44E1A-3358-0A2F-51AC-2AD7F103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12CFD02-D9C3-C675-0FD4-485B2F979E61}"/>
              </a:ext>
            </a:extLst>
          </p:cNvPr>
          <p:cNvSpPr/>
          <p:nvPr/>
        </p:nvSpPr>
        <p:spPr>
          <a:xfrm>
            <a:off x="6811625" y="5621450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1E459DA-6538-AD7D-6913-1E717E198594}"/>
              </a:ext>
            </a:extLst>
          </p:cNvPr>
          <p:cNvCxnSpPr>
            <a:cxnSpLocks/>
          </p:cNvCxnSpPr>
          <p:nvPr/>
        </p:nvCxnSpPr>
        <p:spPr>
          <a:xfrm flipH="1">
            <a:off x="7529289" y="5991576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7716880-9921-A310-9F60-C54051A812EF}"/>
              </a:ext>
            </a:extLst>
          </p:cNvPr>
          <p:cNvSpPr/>
          <p:nvPr/>
        </p:nvSpPr>
        <p:spPr>
          <a:xfrm>
            <a:off x="8915400" y="5310122"/>
            <a:ext cx="3124940" cy="1255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유저는 기억 파트에서 아이콘이 출력된 순서대로 클릭해야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알맞게 클릭할 경우 해당 단계가 성공 처리되고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 모두 성공할 시 버튼 받침대가 열리며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F6A900A-3CDC-BBFA-A92B-296F3535E0A3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FB23AC2-9F1D-1C36-04BB-00EC650B4FE4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FA2C01-7FA5-9558-3277-1523D8DDFFB8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AAD4D2C-8991-E9E5-6869-13712F05DB28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50C9F99-0C8A-2005-B72D-53B867344B40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77464D7-41BB-4213-68F7-B5A40C54BF71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2E1A585-499A-5EF7-E04F-88F382512F40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AB3A34E-E121-B0A5-5946-C92E1041DB27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05E27AB-9524-4341-E61B-A2809A7F045F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01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05FF-6F8F-2364-A437-8A98914F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607026C2-D882-4B09-4B5B-A6B62CDF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28F0DC-802C-35B8-8987-D7BAA815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E357B6-C526-AAA1-DFFB-7BED21E8E1C0}"/>
              </a:ext>
            </a:extLst>
          </p:cNvPr>
          <p:cNvSpPr/>
          <p:nvPr/>
        </p:nvSpPr>
        <p:spPr>
          <a:xfrm>
            <a:off x="148809" y="1979204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시작하기 전에는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1~9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아이콘이 중복 없는 무작위 형태로 동시에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배열은 매 번 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노이즈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C58C4-CEF9-45D6-6115-5904B51E24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240202E-CC13-6891-BA31-F61705AF9E80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E35AB4-7087-283A-EA19-2ECF75FA7E05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7873933-3E2A-117E-3C54-B649A59ABC78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D72E8E3-6E50-C431-5C72-30C6A65AC97A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D5492F4-244C-AF15-64B1-02B3ADDA89BA}"/>
              </a:ext>
            </a:extLst>
          </p:cNvPr>
          <p:cNvSpPr/>
          <p:nvPr/>
        </p:nvSpPr>
        <p:spPr>
          <a:xfrm>
            <a:off x="8915400" y="3133726"/>
            <a:ext cx="3124940" cy="3656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모니터에 출력되던 아이콘이 모두 사라지고 퍼즐이 시작된다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아이콘이 출력될 때마다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지잉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디지털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알맞은 순서의 아이콘을 클릭 시 초록색으로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띠링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경쾌한 효과음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틀린 순서의 아이콘을 클릭 시 모든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빨간색으로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삐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경고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비프음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A11237-044B-A922-6A0A-5600F0B9D9AC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17D751E5-4EF5-85F1-617F-372A6F5FCD47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193C7C2-D874-C470-59A4-8EE30BCB8539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90F918D-2229-634B-454A-2B6674C88722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C2F0C0A-8F80-9012-E925-EE05222DD575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9BD80B7-FE02-5731-DCCE-3C7E3CF7BD0F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271D77B-1D5F-DA47-6DAD-19693127D6D8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A7F24C4-D61E-27AB-577A-0296894FCFD3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91A2705-1511-84AB-F404-76CE15E8D7D5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0EDCEBC-3276-C82E-9324-42862F3230F9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7003A4-03A9-756C-5D2A-FF8840C8D169}"/>
              </a:ext>
            </a:extLst>
          </p:cNvPr>
          <p:cNvSpPr/>
          <p:nvPr/>
        </p:nvSpPr>
        <p:spPr>
          <a:xfrm>
            <a:off x="148809" y="4043873"/>
            <a:ext cx="3124940" cy="629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단계가 높아질 수록 모든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피치가 높아진다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70E459-1E0D-63DA-D948-56A2F0EF662D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193461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853</Words>
  <Application>Microsoft Office PowerPoint</Application>
  <PresentationFormat>와이드스크린</PresentationFormat>
  <Paragraphs>184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Noto Sans KR</vt:lpstr>
      <vt:lpstr>맑은 고딕</vt:lpstr>
      <vt:lpstr>Arial</vt:lpstr>
      <vt:lpstr>Office 테마</vt:lpstr>
      <vt:lpstr>Hallucinate 퍼즐 기획서</vt:lpstr>
      <vt:lpstr>수정 내역</vt:lpstr>
      <vt:lpstr>개요</vt:lpstr>
      <vt:lpstr>전력 퍼즐</vt:lpstr>
      <vt:lpstr>퍼즐 구조</vt:lpstr>
      <vt:lpstr>퍼즐 풀이</vt:lpstr>
      <vt:lpstr>퍼즐 연출</vt:lpstr>
      <vt:lpstr>기억 퍼즐</vt:lpstr>
      <vt:lpstr>퍼즐 구조</vt:lpstr>
      <vt:lpstr>퍼즐 풀이</vt:lpstr>
      <vt:lpstr>퍼즐 연출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</dc:creator>
  <cp:lastModifiedBy>PC ES</cp:lastModifiedBy>
  <cp:revision>24</cp:revision>
  <dcterms:created xsi:type="dcterms:W3CDTF">2025-11-06T11:15:36Z</dcterms:created>
  <dcterms:modified xsi:type="dcterms:W3CDTF">2025-11-12T08:09:24Z</dcterms:modified>
</cp:coreProperties>
</file>