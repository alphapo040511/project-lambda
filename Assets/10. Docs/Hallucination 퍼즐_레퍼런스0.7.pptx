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81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B16BE-2DE8-6ABA-B4AD-018AAEB76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A37492-8E2D-C2F7-0689-68A2EF30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D2658-2FC0-A0E3-33C2-E45CD329E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B78D85-9B40-5D10-0A8E-6812B75E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65622D-5711-A3F8-CB34-7D7F6837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48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8FA5F-C2B4-FF5A-A50F-416FBC80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01286-9F91-344D-26F1-F7BB393C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1A14AA-B87A-2981-9EDB-ECEA1AD5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37AC7-A6C1-B40E-8789-66B710AA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0C9946-197C-3B38-AA1C-13E239D8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13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8EE8E-BB7F-A350-2543-E18CE771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2755E6-51AB-C1BD-9976-7F1E05E43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4E5A0-9D3A-2CAB-A272-D147FC69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E6703C-7456-D5CA-7C88-AFE7E9F3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11059-F152-6E75-AA04-96FAF718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8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56371-D570-4D2C-CFD5-43A7F8E2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300BD-BA51-ED19-249E-A78BF69FA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5D83EF-1AF8-19D0-F2A3-1255DABEF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985B2-BD92-FE7E-B58A-6331FBC6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30B3E3-A60B-9354-C365-6076E8C7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073A37-C236-B4F9-3EFE-CC9DFBE5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1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49131-7124-0113-F8B0-D02AAFA4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8FBF2-23F3-CFA1-B6D4-F756577B0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D0CED-BB80-55DA-0BBD-0D02FBD7F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A4B78D-827E-5E67-98FE-9BD0E9493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3F51B1-2C3F-965E-5662-1E906131E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AA41CF-D93C-F6B0-12B8-83399E39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FF05F7-6938-CFCD-6EDF-65286ACB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6D41CE-A0CE-736A-75A0-4208BD95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52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1FA40-9252-B277-A07C-89440FAF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54BE34-A90A-FE0E-5A1C-009594272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4D0CF6-C2BC-D08E-0D9F-76475BC3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1BDBC-A472-463C-11A3-381D8542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35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B14E30-BF05-B29F-875B-7FD33CF2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40A5FB-B8BF-985B-03E8-BD2C0CA4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63F9D-1861-F50A-BF66-265D085A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6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CC039-05E4-DBA8-8E7C-DF05B853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5EDD1-EE41-DCF4-B6EA-5376E4DF3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724360-AC54-6C3C-D5C6-C513CE26C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2824A-6050-92F1-CC2E-E9AFEF13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95AB4A-3598-C0A1-2642-A9D3370C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8CB7D5-1A93-8634-BB34-E2CCBEAF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59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95FCA-22D6-DB44-9F4F-969236B3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BFE907-4C95-AD35-7815-AD1A86118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457B1B-8B11-A18B-E838-17775C94E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A4C67-00B2-BDEF-EDC1-E0BF71CF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80CBC-26C6-72F3-C725-FBD256BE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6B4B80-3DB1-FDF5-6DDA-E8315774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96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43CD8-995F-1F0F-0F15-C72550D8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38F4A9-B662-8239-8BB9-6103EDD3C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8C057-DD8A-3AF9-D71C-2A6D50DC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960DD8-5888-2D5E-820C-59103DAE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E249C-F442-CF9E-8CD2-C35FF660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5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777CD-37B2-A6F6-C55D-9B185A049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B19ED0-4511-22B7-7A07-2108780DF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5801B7-52A4-B94E-0426-C9BA07CA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092A10-913F-585C-8884-379E8860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B970C-FB6D-1C8E-6B4D-9740ADB7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01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1CFFBC-084D-0654-4D1D-6A157F5A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0FEE4-B80A-D5D0-0321-677F8595B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6F8C9F-A10E-25D8-3F0F-F79D154E3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E7594-6BBB-46FA-BB3C-7C6828AFB510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B7C28D-B7BD-C277-27A1-3AB451ED9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77903A-3508-F0DD-A582-838433675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40D0E-9505-47D7-BF95-9584555D8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06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_oOZG5-tqpA?si=cNAWjc3f-ZrXUW1D&amp;t=3751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LwcEarHxBRs?si=44YV88taRuEeLRg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LUFvPPuHdiI?si=XHWKZb3umtwVxyY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utu.be/ebRMgnk8UwI?si=Nq1wne1DS34KkE_-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BWgrj07dH3s?si=qhuu1LnADW5oNd_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3E619-5713-59C3-93DB-8A137907D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퍼즐 레퍼런스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B5ADEF-29B6-E981-8741-989E2CC3E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제작</a:t>
            </a:r>
            <a:r>
              <a:rPr lang="en-US" altLang="ko-KR" dirty="0"/>
              <a:t>: 2020137020 </a:t>
            </a:r>
            <a:r>
              <a:rPr lang="ko-KR" altLang="en-US" dirty="0"/>
              <a:t>박민승</a:t>
            </a:r>
          </a:p>
        </p:txBody>
      </p:sp>
    </p:spTree>
    <p:extLst>
      <p:ext uri="{BB962C8B-B14F-4D97-AF65-F5344CB8AC3E}">
        <p14:creationId xmlns:p14="http://schemas.microsoft.com/office/powerpoint/2010/main" val="356794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4BE56-0720-A2E6-CD24-0A3AB18F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갓오브워</a:t>
            </a:r>
            <a:r>
              <a:rPr lang="en-US" altLang="ko-KR" dirty="0"/>
              <a:t>(</a:t>
            </a:r>
            <a:r>
              <a:rPr lang="ko-KR" altLang="en-US" dirty="0"/>
              <a:t>숨겨진 포인트 찾기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51E33-4FB4-BA33-59FA-211F51A3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8"/>
            <a:ext cx="10515600" cy="4800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숨겨진 포인트를 찾기 위해 마우스를 사용해 모니터 패널을 클릭하라 클릭한 지점이 숨겨진 포인트와 클릭한 지점이 가까울 수록 클릭 시 모니터에 생기는 진동의 크기가 커진다</a:t>
            </a:r>
            <a:r>
              <a:rPr lang="en-US" altLang="ko-KR" sz="2000" dirty="0"/>
              <a:t>.</a:t>
            </a:r>
            <a:endParaRPr lang="en-US" altLang="ko-KR" sz="20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endParaRPr lang="en-US" altLang="ko-KR" sz="2400" dirty="0">
              <a:hlinkClick r:id="rId2"/>
            </a:endParaRPr>
          </a:p>
          <a:p>
            <a:pPr marL="0" indent="0">
              <a:buNone/>
            </a:pPr>
            <a:r>
              <a:rPr lang="en-US" altLang="ko-KR" sz="2400" dirty="0">
                <a:hlinkClick r:id="rId2"/>
              </a:rPr>
              <a:t>https://youtu.be/_oOZG5-tqpA?si=cNAWjc3f-ZrXUW1D&amp;t=37516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A56DB3-97DE-E3E9-ED90-3C96ABB58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99" y="3076683"/>
            <a:ext cx="4717125" cy="227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1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95EEF-CDD4-CECA-FC15-C2654F84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발더스게이트</a:t>
            </a:r>
            <a:r>
              <a:rPr lang="en-US" altLang="ko-KR" dirty="0"/>
              <a:t>3(</a:t>
            </a:r>
            <a:r>
              <a:rPr lang="ko-KR" altLang="en-US" dirty="0"/>
              <a:t>회전 디스크 퍼즐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BF618-63CC-0350-A4BF-0E847846A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석판을 회전시켜 그림과 같은 모양을 만든다</a:t>
            </a:r>
            <a:r>
              <a:rPr lang="en-US" altLang="ko-KR" sz="2000" dirty="0"/>
              <a:t>. </a:t>
            </a:r>
            <a:r>
              <a:rPr lang="ko-KR" altLang="en-US" sz="2000" dirty="0"/>
              <a:t>맵</a:t>
            </a:r>
            <a:r>
              <a:rPr lang="en-US" altLang="ko-KR" sz="2000" dirty="0"/>
              <a:t>(</a:t>
            </a:r>
            <a:r>
              <a:rPr lang="ko-KR" altLang="en-US" sz="2000" dirty="0"/>
              <a:t>레벨</a:t>
            </a:r>
            <a:r>
              <a:rPr lang="en-US" altLang="ko-KR" sz="2000" dirty="0"/>
              <a:t>)</a:t>
            </a:r>
            <a:r>
              <a:rPr lang="ko-KR" altLang="en-US" sz="2000" dirty="0"/>
              <a:t>에서 그림을 보여준 후 컴퓨터에서 석판</a:t>
            </a:r>
            <a:r>
              <a:rPr lang="en-US" altLang="ko-KR" sz="2000" dirty="0"/>
              <a:t>(</a:t>
            </a:r>
            <a:r>
              <a:rPr lang="ko-KR" altLang="en-US" sz="2000" dirty="0"/>
              <a:t>패널</a:t>
            </a:r>
            <a:r>
              <a:rPr lang="en-US" altLang="ko-KR" sz="2000" dirty="0"/>
              <a:t>)</a:t>
            </a:r>
            <a:r>
              <a:rPr lang="ko-KR" altLang="en-US" sz="2000" dirty="0"/>
              <a:t>을 회전시켜 모양을 맞추면 퍼즐 해결로 적용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>
                <a:hlinkClick r:id="rId2"/>
              </a:rPr>
              <a:t>https://youtu.be/LwcEarHxBRs?si=44YV88taRuEeLRgC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F2FBE8-2501-CF35-743B-EC0A4F90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189" y="3429000"/>
            <a:ext cx="5836920" cy="205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9E080-6372-6FD3-D68E-2F5CFEF4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언차티드</a:t>
            </a:r>
            <a:r>
              <a:rPr lang="en-US" altLang="ko-KR" dirty="0"/>
              <a:t>1(</a:t>
            </a:r>
            <a:r>
              <a:rPr lang="ko-KR" altLang="en-US" dirty="0"/>
              <a:t>석상 회전 퍼즐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4992C-D723-3C5A-05BC-39FF2B957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아이템을 통해 </a:t>
            </a:r>
            <a:r>
              <a:rPr lang="en-US" altLang="ko-KR" sz="2000" dirty="0"/>
              <a:t>PC</a:t>
            </a:r>
            <a:r>
              <a:rPr lang="ko-KR" altLang="en-US" sz="2000" dirty="0"/>
              <a:t> 퍼즐 중 물체의 회전 방향에 관한 힌트를 받아 물체를 옳은 방향으로 회전시켜 퍼즐을 해결</a:t>
            </a:r>
            <a:r>
              <a:rPr lang="en-US" altLang="ko-KR" sz="2000" dirty="0"/>
              <a:t>(ex</a:t>
            </a:r>
            <a:r>
              <a:rPr lang="ko-KR" altLang="en-US" sz="2000" dirty="0"/>
              <a:t> 독수리 모양 물체는 남쪽을 보도록 회전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hlinkClick r:id="rId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hlinkClick r:id="rId2"/>
              </a:rPr>
              <a:t>https://youtu.be/LUFvPPuHdiI?si=XHWKZb3umtwVxyYl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52E5A1-771C-B2A1-8170-0DB82DE03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86" y="3271568"/>
            <a:ext cx="3959165" cy="224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6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D96D7-F5E0-D25C-3AC5-65A6E04D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언차티드</a:t>
            </a:r>
            <a:r>
              <a:rPr lang="en-US" altLang="ko-KR" dirty="0"/>
              <a:t>3(</a:t>
            </a:r>
            <a:r>
              <a:rPr lang="ko-KR" altLang="en-US" dirty="0"/>
              <a:t>지구본 퍼즐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73141-18CC-BC8A-FEFB-1F222CB8D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PC </a:t>
            </a:r>
            <a:r>
              <a:rPr lang="ko-KR" altLang="en-US" sz="2000" dirty="0"/>
              <a:t>내에서 지구본 회전 시켜 지구본 비쳐지는 빛과 지구본의 지형을 맞춘다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>
                <a:hlinkClick r:id="rId2"/>
              </a:rPr>
              <a:t>https://youtu.be/ebRMgnk8UwI?si=Nq1wne1DS34KkE_-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9EFE90-6E94-E29E-3757-849DE551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114" y="2851993"/>
            <a:ext cx="4263474" cy="240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1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4879A-879A-8EBB-F13F-6B95C147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바이오쇼크</a:t>
            </a:r>
            <a:r>
              <a:rPr lang="ko-KR" altLang="en-US" dirty="0"/>
              <a:t> </a:t>
            </a:r>
            <a:r>
              <a:rPr lang="ko-KR" altLang="en-US" dirty="0" err="1"/>
              <a:t>인피니트</a:t>
            </a:r>
            <a:r>
              <a:rPr lang="en-US" altLang="ko-KR" dirty="0"/>
              <a:t>(</a:t>
            </a:r>
            <a:r>
              <a:rPr lang="ko-KR" altLang="en-US" dirty="0"/>
              <a:t>종을 울려라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49794-9834-0BB5-9D2A-ECE49BEAD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레퍼런스 요소</a:t>
            </a:r>
            <a:r>
              <a:rPr lang="en-US" altLang="ko-KR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레벨에서 얻을 수 있는 아이템으로 어떤 종류의 오브젝트</a:t>
            </a:r>
            <a:r>
              <a:rPr lang="en-US" altLang="ko-KR" sz="2000" dirty="0"/>
              <a:t>(ex </a:t>
            </a:r>
            <a:r>
              <a:rPr lang="ko-KR" altLang="en-US" sz="2000" dirty="0"/>
              <a:t>종</a:t>
            </a:r>
            <a:r>
              <a:rPr lang="en-US" altLang="ko-KR" sz="2000" dirty="0"/>
              <a:t>)</a:t>
            </a:r>
            <a:r>
              <a:rPr lang="ko-KR" altLang="en-US" sz="2000" dirty="0"/>
              <a:t>을 몇 회 </a:t>
            </a:r>
            <a:r>
              <a:rPr lang="ko-KR" altLang="en-US" sz="2000" dirty="0" err="1"/>
              <a:t>울려야하는지</a:t>
            </a:r>
            <a:r>
              <a:rPr lang="ko-KR" altLang="en-US" sz="2000" dirty="0"/>
              <a:t> 파악 오브젝트와 상호작용하는 퍼즐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hlinkClick r:id="rId2"/>
              </a:rPr>
              <a:t>https://youtu.be/BWgrj07dH3s?si=qhuu1LnADW5oNd_R</a:t>
            </a: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670090-745C-64F5-3A33-9E994FEA4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067" y="3167743"/>
            <a:ext cx="4138749" cy="221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0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225</Words>
  <Application>Microsoft Office PowerPoint</Application>
  <PresentationFormat>와이드스크린</PresentationFormat>
  <Paragraphs>45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퍼즐 레퍼런스</vt:lpstr>
      <vt:lpstr>갓오브워(숨겨진 포인트 찾기)</vt:lpstr>
      <vt:lpstr>발더스게이트3(회전 디스크 퍼즐)</vt:lpstr>
      <vt:lpstr>언차티드1(석상 회전 퍼즐)</vt:lpstr>
      <vt:lpstr>언차티드3(지구본 퍼즐)</vt:lpstr>
      <vt:lpstr>바이오쇼크 인피니트(종을 울려라)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바위맨 바위맨</dc:creator>
  <cp:lastModifiedBy>바위맨 바위맨</cp:lastModifiedBy>
  <cp:revision>5</cp:revision>
  <dcterms:created xsi:type="dcterms:W3CDTF">2025-11-08T07:01:28Z</dcterms:created>
  <dcterms:modified xsi:type="dcterms:W3CDTF">2025-11-11T10:58:23Z</dcterms:modified>
</cp:coreProperties>
</file>