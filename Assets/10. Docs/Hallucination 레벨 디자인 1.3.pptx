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7" r:id="rId10"/>
    <p:sldId id="263" r:id="rId11"/>
    <p:sldId id="268" r:id="rId12"/>
    <p:sldId id="269" r:id="rId13"/>
    <p:sldId id="264" r:id="rId14"/>
    <p:sldId id="272" r:id="rId15"/>
    <p:sldId id="271" r:id="rId16"/>
    <p:sldId id="270" r:id="rId17"/>
    <p:sldId id="273" r:id="rId18"/>
    <p:sldId id="274" r:id="rId19"/>
    <p:sldId id="275" r:id="rId20"/>
    <p:sldId id="277" r:id="rId21"/>
    <p:sldId id="276" r:id="rId22"/>
    <p:sldId id="27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 ES" initials="PE" lastIdx="2" clrIdx="0">
    <p:extLst>
      <p:ext uri="{19B8F6BF-5375-455C-9EA6-DF929625EA0E}">
        <p15:presenceInfo xmlns:p15="http://schemas.microsoft.com/office/powerpoint/2012/main" userId="PC 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3" autoAdjust="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08342-082B-41A0-BFC2-B1CA8C7A4557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FCBFB-55A1-4121-9430-8841BB52AD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511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EB8A4-0126-AEC0-D6DE-6546FDBA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69D827-231C-1247-B18A-D10DABFB6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A1206-EE31-7FE6-F260-A5E8FF994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FC2E7-FE40-965C-84C6-2172C70D8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121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530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03F7-380C-DE2B-74DA-A71EF49C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C4FF09-C28D-957F-5300-07BA9A531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B2AE1A-2177-F369-0A46-72AB59E9F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A79C9F-2482-0020-40A8-0E30A5E9E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694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D3C7-6E08-6FAE-53AF-42181AF7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20482E-02F0-1F74-FB64-1EAE0EB64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9E98F4-3B59-0396-E94A-39F835EAB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C4A62-E425-C6AC-60D5-E4DE94EBB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456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9C69-ADEE-ECFC-3021-E7B54B25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52D9DA-A93A-A109-ED45-34BD2A491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D9C68A-D7A4-F3EE-8BE9-FC86A71FC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5A076-5D98-94F6-06F0-AE456739D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96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54161-4F26-70B4-68E2-03D54DEE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530FAF-9C3B-E8AB-C544-08C9829A8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C64004-AFE6-B94B-D474-40F1EC7E9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76457-5826-3C99-943E-84B100D00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336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4150-E710-590A-F55A-95672FDD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1C287B-F9D1-A4CA-67F2-7828A5C54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A45BB-AF5C-BBC6-F4E6-292B88823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ED9CB-2B8B-A4F2-C9E1-A30BA69AF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050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AC80-59EC-6A15-82FF-F4D04AA9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1BC57A-F4B1-8CDB-AA53-E57BA5B28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8E6BCA-84D0-74BE-2C23-0C02920BF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2B192F-C1ED-1C43-B82A-9EC969B97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628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4994A-FC8E-9370-5A84-2008B544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CCF44-F64F-7E44-51AF-BC9B822EF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E099A-EA20-1201-D0F4-86C205B67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60A97E-E94E-D388-8C11-5DEEDDC20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74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F39A8-BCB5-AD66-E71C-0A5CA8BC8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53398-1737-680E-B982-CEDDB0E3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40E11-8D2E-60E8-3DF1-835CA3D9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7A31-2868-8C0A-D9E3-0701F32C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BC037-52E5-60FA-2AEC-9DE5BDBB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DFE5A-88B7-2F0C-C840-15580E6D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292576"/>
            <a:ext cx="10515600" cy="75996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D4D54-F695-822F-7155-C973FFC8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E664E-6F91-D58C-53DB-1FAF8503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86D5B-7900-61DD-83CB-7ED6A57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2002B-25BA-7441-0D85-3580F7A3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FD76-D1CC-BF28-319E-84A11E0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64D89-CE3E-47FB-8F07-BA41374D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512170-946E-361E-9664-2BBE31D4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C4692-360C-1B02-6C5C-773AD5F5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FA3E3-08C6-E7A7-F28C-C35052A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7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AEBD6-B991-2BC7-CF49-A22B0DC2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788A4-6EE5-09B3-C6B1-0C9A582DF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5C2D57-FBFE-D1B3-24FC-B5C2EBD5B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E6538-920D-9EB6-9C2D-AB19AFE0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0B5FC3-9EA5-4FD5-82CE-DA2E3C86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16AD2-4023-45AA-33BC-33BD72CE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3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2AA4B-B44D-19D2-FA49-22DAB97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A0FB2-1B99-B538-FF03-E3CD76C7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4B24A-CA6A-B4DB-424D-631920341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A234-E1E7-885C-20D7-3503750FD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BBB016-DBEB-B84C-1C6C-8147B517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A4865-3DAC-B807-0F43-536395A7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A9AE1D-A41C-F370-4453-7BE0CE9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75409B-CCD4-CC93-A7D9-F34C09CD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BC37-4D1B-2D55-9B38-4312DE4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C7820-E23E-1DB9-9448-866DAC56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D4EAF1-E1C8-FCF4-E4F5-13ACA5DC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70BC6D-9164-D3E1-9A2D-509EF0C3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56190-8D6D-1119-E9AD-F0F29B69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5052C3-2E11-A1D4-AA95-D9294838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3CA5D-9E2F-80FC-3F36-DFDF6817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0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D9FF9-F941-C816-7BBD-23265BF7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8A7D4-4317-F5BE-6E9F-B6684E1C4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104D1-4FFC-A7BD-3A42-5AD4C0E0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9E55BB-8686-7861-7BDA-7B4E6628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59A88-15B8-6B91-8133-82F9395D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4A7DE-1770-47B2-36DC-0F03BA20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29A21-50A9-C73C-9B29-9399DC03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4AA84D-7558-F6DB-5675-BDAFDA572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15B04E-F701-2305-0F3C-CEEB246F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EFEF15-B449-5AFB-97A3-E3618878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F2DC4-F8D5-8B17-15D2-3F53B4EF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6CA8CA-CAC7-320F-1E67-D1C9BA22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83804-7429-2A6E-2527-530A5B5C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5D722B-EEF7-21A2-0500-8AA8F4C3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F3985-A726-932A-60C5-651D1BDE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F9B98-0DC0-0DE9-D92C-793EE965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8B340-3159-0F34-97FA-C5F412F6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DAA0A6-58F3-EF7F-EA94-2617320B0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A47E5D-FD11-3369-1664-7EA91B2C7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B1522-5438-6479-4F1D-FE9A555C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A0EFB-07B8-155B-7F01-3AEB16F3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D4E3-576E-74AB-B362-8876BF86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4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EA2085-9052-E5D0-0815-A52270BE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9CE2-11B9-0E69-5B12-14F32F6B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B2453-4BDF-9AD2-F520-6D127C582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FE906D8-CCF0-4EDF-B4EF-C5D91FC7F5BD}" type="datetimeFigureOut">
              <a:rPr lang="ko-KR" altLang="en-US" smtClean="0"/>
              <a:pPr/>
              <a:t>2025-11-16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A11C3-7CAE-6A02-4F9F-125501CA4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329FE-212F-CF53-A937-1AD4A2FB0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DD78592-72FC-49A8-A0B6-C12F4AA626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7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799CC-6A9B-E2CF-99D0-69837F9AD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96" y="1122363"/>
            <a:ext cx="4308629" cy="546639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Hallucinate </a:t>
            </a:r>
            <a:r>
              <a:rPr lang="ko-KR" altLang="en-US" sz="2800" dirty="0"/>
              <a:t>레벨 디자인</a:t>
            </a:r>
          </a:p>
        </p:txBody>
      </p:sp>
    </p:spTree>
    <p:extLst>
      <p:ext uri="{BB962C8B-B14F-4D97-AF65-F5344CB8AC3E}">
        <p14:creationId xmlns:p14="http://schemas.microsoft.com/office/powerpoint/2010/main" val="36176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17FAB-ED91-B10E-5C9C-0DD72EC8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 내역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CDF233-7085-0B43-12FB-45FD0184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928643"/>
              </p:ext>
            </p:extLst>
          </p:nvPr>
        </p:nvGraphicFramePr>
        <p:xfrm>
          <a:off x="2032000" y="2316480"/>
          <a:ext cx="8128001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9838">
                  <a:extLst>
                    <a:ext uri="{9D8B030D-6E8A-4147-A177-3AD203B41FA5}">
                      <a16:colId xmlns:a16="http://schemas.microsoft.com/office/drawing/2014/main" val="2808757272"/>
                    </a:ext>
                  </a:extLst>
                </a:gridCol>
                <a:gridCol w="1099226">
                  <a:extLst>
                    <a:ext uri="{9D8B030D-6E8A-4147-A177-3AD203B41FA5}">
                      <a16:colId xmlns:a16="http://schemas.microsoft.com/office/drawing/2014/main" val="3342243157"/>
                    </a:ext>
                  </a:extLst>
                </a:gridCol>
                <a:gridCol w="6268937">
                  <a:extLst>
                    <a:ext uri="{9D8B030D-6E8A-4147-A177-3AD203B41FA5}">
                      <a16:colId xmlns:a16="http://schemas.microsoft.com/office/drawing/2014/main" val="2913769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0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’25.11.06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문서 작성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전체 유저 동선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동면실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복도 레벨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26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’25.11.07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레벨 구조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55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’25.11.11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 레벨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’25.11.13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유저 동선 슬라이드 분리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유저 예상 동선 정리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’25.11.16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 레벨 이후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~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엘리베이터 조작까지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124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8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4ABF6A-B22E-5780-B747-09D9238F6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077" y="1296787"/>
            <a:ext cx="6627843" cy="426442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C406B97-E95B-B378-C1C7-697765AB6693}"/>
              </a:ext>
            </a:extLst>
          </p:cNvPr>
          <p:cNvSpPr/>
          <p:nvPr/>
        </p:nvSpPr>
        <p:spPr>
          <a:xfrm>
            <a:off x="2782076" y="905522"/>
            <a:ext cx="2446871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연구실 지하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층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12713C-AC7E-A838-4132-7B02F70DBD58}"/>
              </a:ext>
            </a:extLst>
          </p:cNvPr>
          <p:cNvSpPr/>
          <p:nvPr/>
        </p:nvSpPr>
        <p:spPr>
          <a:xfrm>
            <a:off x="7549387" y="2666468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5F53DA-7D2A-42D4-22B2-74D150F820EF}"/>
              </a:ext>
            </a:extLst>
          </p:cNvPr>
          <p:cNvSpPr/>
          <p:nvPr/>
        </p:nvSpPr>
        <p:spPr>
          <a:xfrm>
            <a:off x="6167019" y="3144914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989533-53F2-14BC-16EE-C8F6F7C42CDB}"/>
              </a:ext>
            </a:extLst>
          </p:cNvPr>
          <p:cNvSpPr/>
          <p:nvPr/>
        </p:nvSpPr>
        <p:spPr>
          <a:xfrm>
            <a:off x="6664168" y="1999695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29B3FB-9712-019E-34C2-B86A36627967}"/>
              </a:ext>
            </a:extLst>
          </p:cNvPr>
          <p:cNvSpPr/>
          <p:nvPr/>
        </p:nvSpPr>
        <p:spPr>
          <a:xfrm>
            <a:off x="7347749" y="4227666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BDAB6C-72F1-1B01-E809-DCDAA9BB0B87}"/>
              </a:ext>
            </a:extLst>
          </p:cNvPr>
          <p:cNvSpPr/>
          <p:nvPr/>
        </p:nvSpPr>
        <p:spPr>
          <a:xfrm>
            <a:off x="5836399" y="4884613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C47329-5882-CA0C-B821-9B3A7D24836C}"/>
              </a:ext>
            </a:extLst>
          </p:cNvPr>
          <p:cNvSpPr/>
          <p:nvPr/>
        </p:nvSpPr>
        <p:spPr>
          <a:xfrm>
            <a:off x="4471586" y="3036162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521BE3-2B5D-D9E4-53DA-F9FF6B9AE2E9}"/>
              </a:ext>
            </a:extLst>
          </p:cNvPr>
          <p:cNvSpPr/>
          <p:nvPr/>
        </p:nvSpPr>
        <p:spPr>
          <a:xfrm>
            <a:off x="2782076" y="3231471"/>
            <a:ext cx="1115222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엘레베이터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83A0FE-E509-E482-0C75-7BD7DABE733C}"/>
              </a:ext>
            </a:extLst>
          </p:cNvPr>
          <p:cNvSpPr/>
          <p:nvPr/>
        </p:nvSpPr>
        <p:spPr>
          <a:xfrm>
            <a:off x="2782076" y="5633529"/>
            <a:ext cx="6627842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배경 설정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4B6CBA-B2F4-7BD7-6186-F1DA0E11171E}"/>
              </a:ext>
            </a:extLst>
          </p:cNvPr>
          <p:cNvSpPr/>
          <p:nvPr/>
        </p:nvSpPr>
        <p:spPr>
          <a:xfrm>
            <a:off x="2782075" y="5917615"/>
            <a:ext cx="6627843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 예정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534408-05CF-E498-64CD-C79F48B0770F}"/>
              </a:ext>
            </a:extLst>
          </p:cNvPr>
          <p:cNvSpPr/>
          <p:nvPr/>
        </p:nvSpPr>
        <p:spPr>
          <a:xfrm>
            <a:off x="8259600" y="3036162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AABEF3-91AB-1E43-D6E3-7534AB1295CA}"/>
              </a:ext>
            </a:extLst>
          </p:cNvPr>
          <p:cNvSpPr/>
          <p:nvPr/>
        </p:nvSpPr>
        <p:spPr>
          <a:xfrm>
            <a:off x="165333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989559-C4D1-A4AA-D6E7-20F22079450C}"/>
              </a:ext>
            </a:extLst>
          </p:cNvPr>
          <p:cNvSpPr/>
          <p:nvPr/>
        </p:nvSpPr>
        <p:spPr>
          <a:xfrm>
            <a:off x="1527205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</p:spTree>
    <p:extLst>
      <p:ext uri="{BB962C8B-B14F-4D97-AF65-F5344CB8AC3E}">
        <p14:creationId xmlns:p14="http://schemas.microsoft.com/office/powerpoint/2010/main" val="203183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900DC-520B-E6D3-0929-DC21B003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6E413A3E-E792-0D82-4122-CCF5E14A8A15}"/>
              </a:ext>
            </a:extLst>
          </p:cNvPr>
          <p:cNvSpPr/>
          <p:nvPr/>
        </p:nvSpPr>
        <p:spPr>
          <a:xfrm>
            <a:off x="7496248" y="1296787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16A3C5-2061-5842-49B9-A29DC2BE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17" y="1296787"/>
            <a:ext cx="6627843" cy="426442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AA2DBA6-9EC4-705B-399C-645BD5801127}"/>
              </a:ext>
            </a:extLst>
          </p:cNvPr>
          <p:cNvSpPr/>
          <p:nvPr/>
        </p:nvSpPr>
        <p:spPr>
          <a:xfrm>
            <a:off x="740212" y="905522"/>
            <a:ext cx="2446871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연구실 지하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층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동선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4A3C32-02E6-77EB-588B-8BC3ECA9EFCC}"/>
              </a:ext>
            </a:extLst>
          </p:cNvPr>
          <p:cNvSpPr/>
          <p:nvPr/>
        </p:nvSpPr>
        <p:spPr>
          <a:xfrm>
            <a:off x="5507523" y="2666468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98C185-DD88-2644-1045-73DB2B8CCFBA}"/>
              </a:ext>
            </a:extLst>
          </p:cNvPr>
          <p:cNvSpPr/>
          <p:nvPr/>
        </p:nvSpPr>
        <p:spPr>
          <a:xfrm>
            <a:off x="4125155" y="3144914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275EA6-98EE-3F36-4B61-3DD44BC1C85A}"/>
              </a:ext>
            </a:extLst>
          </p:cNvPr>
          <p:cNvSpPr/>
          <p:nvPr/>
        </p:nvSpPr>
        <p:spPr>
          <a:xfrm>
            <a:off x="4622304" y="1999695"/>
            <a:ext cx="813380" cy="284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853613-D017-6580-395D-78CF38F837E5}"/>
              </a:ext>
            </a:extLst>
          </p:cNvPr>
          <p:cNvSpPr/>
          <p:nvPr/>
        </p:nvSpPr>
        <p:spPr>
          <a:xfrm>
            <a:off x="5305885" y="4227666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29377A-8095-D4A2-F47C-FB6C70C50445}"/>
              </a:ext>
            </a:extLst>
          </p:cNvPr>
          <p:cNvSpPr/>
          <p:nvPr/>
        </p:nvSpPr>
        <p:spPr>
          <a:xfrm>
            <a:off x="3794535" y="4884613"/>
            <a:ext cx="813380" cy="284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CEE7C4-A5A7-1985-C0DB-5B778565D7FF}"/>
              </a:ext>
            </a:extLst>
          </p:cNvPr>
          <p:cNvSpPr/>
          <p:nvPr/>
        </p:nvSpPr>
        <p:spPr>
          <a:xfrm>
            <a:off x="2429722" y="3036162"/>
            <a:ext cx="813380" cy="284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09CB93-1D33-610F-B3FE-4CC73089644C}"/>
              </a:ext>
            </a:extLst>
          </p:cNvPr>
          <p:cNvSpPr/>
          <p:nvPr/>
        </p:nvSpPr>
        <p:spPr>
          <a:xfrm>
            <a:off x="740212" y="3231471"/>
            <a:ext cx="1115222" cy="2840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8913CC-9870-EB7E-36DB-33B289139EC8}"/>
              </a:ext>
            </a:extLst>
          </p:cNvPr>
          <p:cNvSpPr/>
          <p:nvPr/>
        </p:nvSpPr>
        <p:spPr>
          <a:xfrm>
            <a:off x="6217736" y="3036162"/>
            <a:ext cx="813380" cy="2840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EDF62FED-F6A2-6121-ED4C-2EB8EFEBBC4D}"/>
              </a:ext>
            </a:extLst>
          </p:cNvPr>
          <p:cNvSpPr/>
          <p:nvPr/>
        </p:nvSpPr>
        <p:spPr>
          <a:xfrm>
            <a:off x="3870356" y="3103177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BFB52E2-1AAC-33A1-C141-E354BAE531FB}"/>
              </a:ext>
            </a:extLst>
          </p:cNvPr>
          <p:cNvSpPr/>
          <p:nvPr/>
        </p:nvSpPr>
        <p:spPr>
          <a:xfrm>
            <a:off x="5251904" y="2619129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6C5B38DB-476F-F349-FBEC-1FD9CD8D0A68}"/>
              </a:ext>
            </a:extLst>
          </p:cNvPr>
          <p:cNvSpPr/>
          <p:nvPr/>
        </p:nvSpPr>
        <p:spPr>
          <a:xfrm>
            <a:off x="5044858" y="4177051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0338BBA-C30F-B9C9-149A-09C7FAD70160}"/>
              </a:ext>
            </a:extLst>
          </p:cNvPr>
          <p:cNvSpPr/>
          <p:nvPr/>
        </p:nvSpPr>
        <p:spPr>
          <a:xfrm>
            <a:off x="4348065" y="1949080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73C9775E-D50C-47D4-B53C-81F067703FAA}"/>
              </a:ext>
            </a:extLst>
          </p:cNvPr>
          <p:cNvSpPr/>
          <p:nvPr/>
        </p:nvSpPr>
        <p:spPr>
          <a:xfrm>
            <a:off x="2178392" y="2995567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3E22F56-71AE-5079-B39C-67D5D715BB8C}"/>
              </a:ext>
            </a:extLst>
          </p:cNvPr>
          <p:cNvSpPr/>
          <p:nvPr/>
        </p:nvSpPr>
        <p:spPr>
          <a:xfrm>
            <a:off x="3502796" y="4842876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FAD8F7C-20D1-F6AA-0C6B-C4720B76C652}"/>
              </a:ext>
            </a:extLst>
          </p:cNvPr>
          <p:cNvSpPr/>
          <p:nvPr/>
        </p:nvSpPr>
        <p:spPr>
          <a:xfrm>
            <a:off x="5953343" y="2995567"/>
            <a:ext cx="367560" cy="3675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A0EF4C8A-D919-BEC3-86C0-F0E64B7EC1BF}"/>
              </a:ext>
            </a:extLst>
          </p:cNvPr>
          <p:cNvSpPr/>
          <p:nvPr/>
        </p:nvSpPr>
        <p:spPr>
          <a:xfrm>
            <a:off x="455712" y="3189734"/>
            <a:ext cx="367560" cy="36756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F69547D-5FFE-AC10-EE7E-F648ED6E8EC1}"/>
              </a:ext>
            </a:extLst>
          </p:cNvPr>
          <p:cNvSpPr/>
          <p:nvPr/>
        </p:nvSpPr>
        <p:spPr>
          <a:xfrm>
            <a:off x="7705777" y="1339064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CD92900-AB70-DE56-65A8-97511F466B96}"/>
              </a:ext>
            </a:extLst>
          </p:cNvPr>
          <p:cNvSpPr/>
          <p:nvPr/>
        </p:nvSpPr>
        <p:spPr>
          <a:xfrm>
            <a:off x="8282866" y="1296787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시작 구역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F751580-2311-4741-ADD6-85FF06E03ACD}"/>
              </a:ext>
            </a:extLst>
          </p:cNvPr>
          <p:cNvSpPr/>
          <p:nvPr/>
        </p:nvSpPr>
        <p:spPr>
          <a:xfrm>
            <a:off x="7496248" y="1751012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1A753E7-CA79-EEC6-ECC6-8F05F7D93BDD}"/>
              </a:ext>
            </a:extLst>
          </p:cNvPr>
          <p:cNvSpPr/>
          <p:nvPr/>
        </p:nvSpPr>
        <p:spPr>
          <a:xfrm>
            <a:off x="8282866" y="1751012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접근 가능 구역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 구역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4C3C86F-2794-8D32-6FEA-A159C3142555}"/>
              </a:ext>
            </a:extLst>
          </p:cNvPr>
          <p:cNvSpPr/>
          <p:nvPr/>
        </p:nvSpPr>
        <p:spPr>
          <a:xfrm>
            <a:off x="7705777" y="1791178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CAD8615-8530-DDB0-E569-CC82D623C13D}"/>
              </a:ext>
            </a:extLst>
          </p:cNvPr>
          <p:cNvSpPr/>
          <p:nvPr/>
        </p:nvSpPr>
        <p:spPr>
          <a:xfrm>
            <a:off x="7496248" y="2198902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09246A5-1F74-A04A-2DBF-72BBED204A38}"/>
              </a:ext>
            </a:extLst>
          </p:cNvPr>
          <p:cNvSpPr/>
          <p:nvPr/>
        </p:nvSpPr>
        <p:spPr>
          <a:xfrm>
            <a:off x="8282866" y="2198902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접근 불가능 구역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미공급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구역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2ED3BE4A-A947-2698-BF02-B38CA826D993}"/>
              </a:ext>
            </a:extLst>
          </p:cNvPr>
          <p:cNvSpPr/>
          <p:nvPr/>
        </p:nvSpPr>
        <p:spPr>
          <a:xfrm>
            <a:off x="7508011" y="2251569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5A2662B-21BC-A272-4120-AB0995B70C27}"/>
              </a:ext>
            </a:extLst>
          </p:cNvPr>
          <p:cNvSpPr/>
          <p:nvPr/>
        </p:nvSpPr>
        <p:spPr>
          <a:xfrm>
            <a:off x="7496248" y="2645116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C0C2EB8-CACC-75E2-7BC3-CB2AD2CF55EC}"/>
              </a:ext>
            </a:extLst>
          </p:cNvPr>
          <p:cNvSpPr/>
          <p:nvPr/>
        </p:nvSpPr>
        <p:spPr>
          <a:xfrm>
            <a:off x="8282866" y="2645116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키 아이템 필요 구역</a:t>
            </a:r>
          </a:p>
        </p:txBody>
      </p:sp>
      <p:sp>
        <p:nvSpPr>
          <p:cNvPr id="1024" name="타원 1023">
            <a:extLst>
              <a:ext uri="{FF2B5EF4-FFF2-40B4-BE49-F238E27FC236}">
                <a16:creationId xmlns:a16="http://schemas.microsoft.com/office/drawing/2014/main" id="{B081289E-7956-2EC2-62D6-00152CF419EE}"/>
              </a:ext>
            </a:extLst>
          </p:cNvPr>
          <p:cNvSpPr/>
          <p:nvPr/>
        </p:nvSpPr>
        <p:spPr>
          <a:xfrm>
            <a:off x="7712909" y="2699459"/>
            <a:ext cx="367560" cy="36756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E573F990-CAC8-9B77-44FC-0D38A50350FF}"/>
              </a:ext>
            </a:extLst>
          </p:cNvPr>
          <p:cNvSpPr/>
          <p:nvPr/>
        </p:nvSpPr>
        <p:spPr>
          <a:xfrm>
            <a:off x="7496248" y="3097230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C3605528-811B-CB78-6B2C-E7F30A007B7C}"/>
              </a:ext>
            </a:extLst>
          </p:cNvPr>
          <p:cNvSpPr/>
          <p:nvPr/>
        </p:nvSpPr>
        <p:spPr>
          <a:xfrm>
            <a:off x="8282866" y="3097230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클리어 구역</a:t>
            </a:r>
          </a:p>
        </p:txBody>
      </p:sp>
      <p:sp>
        <p:nvSpPr>
          <p:cNvPr id="1028" name="타원 1027">
            <a:extLst>
              <a:ext uri="{FF2B5EF4-FFF2-40B4-BE49-F238E27FC236}">
                <a16:creationId xmlns:a16="http://schemas.microsoft.com/office/drawing/2014/main" id="{E6FC5A96-4020-4AE8-C7EA-002C0E3ADC10}"/>
              </a:ext>
            </a:extLst>
          </p:cNvPr>
          <p:cNvSpPr/>
          <p:nvPr/>
        </p:nvSpPr>
        <p:spPr>
          <a:xfrm>
            <a:off x="7712909" y="3151573"/>
            <a:ext cx="367560" cy="36756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35B19A39-713D-73FD-2445-CF77E3033D31}"/>
              </a:ext>
            </a:extLst>
          </p:cNvPr>
          <p:cNvSpPr/>
          <p:nvPr/>
        </p:nvSpPr>
        <p:spPr>
          <a:xfrm>
            <a:off x="7496248" y="3684233"/>
            <a:ext cx="4240032" cy="1876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7450" indent="-171450">
              <a:lnSpc>
                <a:spcPct val="150000"/>
              </a:lnSpc>
              <a:buClr>
                <a:schemeClr val="accent5"/>
              </a:buClr>
              <a:buFont typeface="Wingdings" panose="05000000000000000000" pitchFamily="2" charset="2"/>
              <a:buChar char="l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구역은 전력실에서 전력을 공급해야 접근 가능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64650" lvl="1" indent="-17145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전력을 공급하지 않고 접근 시 게임 오버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07450" indent="-171450">
              <a:lnSpc>
                <a:spcPct val="150000"/>
              </a:lnSpc>
              <a:buClr>
                <a:schemeClr val="accent5"/>
              </a:buClr>
              <a:buFont typeface="Wingdings" panose="05000000000000000000" pitchFamily="2" charset="2"/>
              <a:buChar char="l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구역은 모든           구역 내의 퍼즐을 해결하여 얻을 수 있는 오브젝트를 사용해 접근 가능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07450" indent="-171450">
              <a:lnSpc>
                <a:spcPct val="150000"/>
              </a:lnSpc>
              <a:buClr>
                <a:schemeClr val="accent5"/>
              </a:buClr>
              <a:buFont typeface="Wingdings" panose="05000000000000000000" pitchFamily="2" charset="2"/>
              <a:buChar char="l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구역은           구역에서 접근 권한을 상승시켜야 엘리베이터 작동 가능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0" name="타원 1029">
            <a:extLst>
              <a:ext uri="{FF2B5EF4-FFF2-40B4-BE49-F238E27FC236}">
                <a16:creationId xmlns:a16="http://schemas.microsoft.com/office/drawing/2014/main" id="{D8793925-E2DF-C624-2117-BC2D92695033}"/>
              </a:ext>
            </a:extLst>
          </p:cNvPr>
          <p:cNvSpPr/>
          <p:nvPr/>
        </p:nvSpPr>
        <p:spPr>
          <a:xfrm>
            <a:off x="7792808" y="3855499"/>
            <a:ext cx="238571" cy="238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1" name="타원 1030">
            <a:extLst>
              <a:ext uri="{FF2B5EF4-FFF2-40B4-BE49-F238E27FC236}">
                <a16:creationId xmlns:a16="http://schemas.microsoft.com/office/drawing/2014/main" id="{E991F092-ED43-BB8C-7CAE-13E8B9EF690E}"/>
              </a:ext>
            </a:extLst>
          </p:cNvPr>
          <p:cNvSpPr/>
          <p:nvPr/>
        </p:nvSpPr>
        <p:spPr>
          <a:xfrm>
            <a:off x="8080469" y="3855499"/>
            <a:ext cx="238571" cy="23857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2" name="타원 1031">
            <a:extLst>
              <a:ext uri="{FF2B5EF4-FFF2-40B4-BE49-F238E27FC236}">
                <a16:creationId xmlns:a16="http://schemas.microsoft.com/office/drawing/2014/main" id="{8275C34A-E627-5246-91DD-19EB69D59B80}"/>
              </a:ext>
            </a:extLst>
          </p:cNvPr>
          <p:cNvSpPr/>
          <p:nvPr/>
        </p:nvSpPr>
        <p:spPr>
          <a:xfrm>
            <a:off x="8902930" y="4365533"/>
            <a:ext cx="238571" cy="238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3" name="타원 1032">
            <a:extLst>
              <a:ext uri="{FF2B5EF4-FFF2-40B4-BE49-F238E27FC236}">
                <a16:creationId xmlns:a16="http://schemas.microsoft.com/office/drawing/2014/main" id="{00D5B71E-C877-2DF3-2463-1FF5BF111B12}"/>
              </a:ext>
            </a:extLst>
          </p:cNvPr>
          <p:cNvSpPr/>
          <p:nvPr/>
        </p:nvSpPr>
        <p:spPr>
          <a:xfrm>
            <a:off x="7792807" y="4365533"/>
            <a:ext cx="238571" cy="23857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4" name="타원 1033">
            <a:extLst>
              <a:ext uri="{FF2B5EF4-FFF2-40B4-BE49-F238E27FC236}">
                <a16:creationId xmlns:a16="http://schemas.microsoft.com/office/drawing/2014/main" id="{FFEDA6D5-2FD2-655C-6589-A44CF913B7D0}"/>
              </a:ext>
            </a:extLst>
          </p:cNvPr>
          <p:cNvSpPr/>
          <p:nvPr/>
        </p:nvSpPr>
        <p:spPr>
          <a:xfrm>
            <a:off x="7792806" y="4916248"/>
            <a:ext cx="238571" cy="23857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5" name="타원 1034">
            <a:extLst>
              <a:ext uri="{FF2B5EF4-FFF2-40B4-BE49-F238E27FC236}">
                <a16:creationId xmlns:a16="http://schemas.microsoft.com/office/drawing/2014/main" id="{65A663C6-09B8-118D-233B-4BBB3D3FFA70}"/>
              </a:ext>
            </a:extLst>
          </p:cNvPr>
          <p:cNvSpPr/>
          <p:nvPr/>
        </p:nvSpPr>
        <p:spPr>
          <a:xfrm>
            <a:off x="8586536" y="4916247"/>
            <a:ext cx="238571" cy="23857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11B28C-8DEE-CB38-6BB3-250898C5E5CF}"/>
              </a:ext>
            </a:extLst>
          </p:cNvPr>
          <p:cNvSpPr/>
          <p:nvPr/>
        </p:nvSpPr>
        <p:spPr>
          <a:xfrm>
            <a:off x="165333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264325-9D71-17F5-CBCD-1DFA35AE6614}"/>
              </a:ext>
            </a:extLst>
          </p:cNvPr>
          <p:cNvSpPr/>
          <p:nvPr/>
        </p:nvSpPr>
        <p:spPr>
          <a:xfrm>
            <a:off x="1527205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FB5BFAD-8C59-E375-BA46-678BEDD7D868}"/>
              </a:ext>
            </a:extLst>
          </p:cNvPr>
          <p:cNvSpPr/>
          <p:nvPr/>
        </p:nvSpPr>
        <p:spPr>
          <a:xfrm>
            <a:off x="7909071" y="2251569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CD2610-EA02-EA98-FFDC-0D249338113E}"/>
              </a:ext>
            </a:extLst>
          </p:cNvPr>
          <p:cNvSpPr/>
          <p:nvPr/>
        </p:nvSpPr>
        <p:spPr>
          <a:xfrm>
            <a:off x="10014011" y="2198902"/>
            <a:ext cx="2111314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+ 2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 필요</a:t>
            </a:r>
          </a:p>
        </p:txBody>
      </p:sp>
    </p:spTree>
    <p:extLst>
      <p:ext uri="{BB962C8B-B14F-4D97-AF65-F5344CB8AC3E}">
        <p14:creationId xmlns:p14="http://schemas.microsoft.com/office/powerpoint/2010/main" val="136664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AEA6CB-3123-D7EB-D2B2-0A3DC8E7CEBF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405731-2CF4-9830-0680-6BB3640D2B29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9E5C86F-6111-8AE0-1AF9-BE2B917D7810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139709" y="140267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F12A449-C635-0A22-1343-D859B8D6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18" y="1286205"/>
            <a:ext cx="2076740" cy="387721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B6ED1C7-AB4D-EA9E-BA2A-ED7C480C0B9E}"/>
              </a:ext>
            </a:extLst>
          </p:cNvPr>
          <p:cNvSpPr/>
          <p:nvPr/>
        </p:nvSpPr>
        <p:spPr>
          <a:xfrm>
            <a:off x="2432481" y="2191727"/>
            <a:ext cx="331344" cy="331344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08BAC4-71BD-6428-C3DE-262B2E09B3D2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56020B-A13D-D125-42C9-004F9A80B64A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스폰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2D8FDC4-C86F-9C1A-6018-6FC83A451D91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2A5084-8B6B-EC01-F3A2-7E6979F7E4D1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F6B860-EFD6-1879-93D3-62BDC877A132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93AFB49-0503-5843-EE43-4D05DDCE6BF9}"/>
              </a:ext>
            </a:extLst>
          </p:cNvPr>
          <p:cNvSpPr/>
          <p:nvPr/>
        </p:nvSpPr>
        <p:spPr>
          <a:xfrm>
            <a:off x="2086252" y="2218360"/>
            <a:ext cx="240755" cy="24075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12B253C-F005-4562-5936-BB79847A3AE0}"/>
              </a:ext>
            </a:extLst>
          </p:cNvPr>
          <p:cNvSpPr/>
          <p:nvPr/>
        </p:nvSpPr>
        <p:spPr>
          <a:xfrm>
            <a:off x="2811083" y="2218360"/>
            <a:ext cx="240755" cy="24075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C812177-0D1F-9D45-63B5-549EC59BCD1B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782B544-15F1-FE66-CC3C-2830B0927615}"/>
              </a:ext>
            </a:extLst>
          </p:cNvPr>
          <p:cNvSpPr/>
          <p:nvPr/>
        </p:nvSpPr>
        <p:spPr>
          <a:xfrm>
            <a:off x="1453295" y="379858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384853A-9FB8-381C-AE0E-0E8BBE01C36B}"/>
              </a:ext>
            </a:extLst>
          </p:cNvPr>
          <p:cNvSpPr/>
          <p:nvPr/>
        </p:nvSpPr>
        <p:spPr>
          <a:xfrm>
            <a:off x="3095348" y="4067663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F1CE53-F4E6-2C19-3586-FABFF7ED35D1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4565272-AF23-1F0E-ADF1-2546D39BD431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10F1D50-54CD-A887-9555-FF6630547DFB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CF317A1-1C61-9EF1-8979-D856853F1414}"/>
              </a:ext>
            </a:extLst>
          </p:cNvPr>
          <p:cNvSpPr/>
          <p:nvPr/>
        </p:nvSpPr>
        <p:spPr>
          <a:xfrm>
            <a:off x="340522" y="392562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CDF354-7D31-9385-9293-A8D5A917BC40}"/>
              </a:ext>
            </a:extLst>
          </p:cNvPr>
          <p:cNvSpPr/>
          <p:nvPr/>
        </p:nvSpPr>
        <p:spPr>
          <a:xfrm>
            <a:off x="3888510" y="4194698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BB0439C5-389C-779E-2052-4D7D374597AA}"/>
              </a:ext>
            </a:extLst>
          </p:cNvPr>
          <p:cNvSpPr/>
          <p:nvPr/>
        </p:nvSpPr>
        <p:spPr>
          <a:xfrm>
            <a:off x="6433935" y="905522"/>
            <a:ext cx="1411548" cy="497149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시작</a:t>
            </a:r>
          </a:p>
        </p:txBody>
      </p: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56813709-BA7B-AF39-B2F9-644275081E9B}"/>
              </a:ext>
            </a:extLst>
          </p:cNvPr>
          <p:cNvSpPr/>
          <p:nvPr/>
        </p:nvSpPr>
        <p:spPr>
          <a:xfrm>
            <a:off x="5920509" y="151942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226543A0-2F59-BAF1-D4AB-E886D82D324C}"/>
              </a:ext>
            </a:extLst>
          </p:cNvPr>
          <p:cNvSpPr/>
          <p:nvPr/>
        </p:nvSpPr>
        <p:spPr>
          <a:xfrm>
            <a:off x="6433935" y="219396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상호작용</a:t>
            </a: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11A7016E-D774-D6C7-C8E4-7CCAEDBF6C28}"/>
              </a:ext>
            </a:extLst>
          </p:cNvPr>
          <p:cNvSpPr/>
          <p:nvPr/>
        </p:nvSpPr>
        <p:spPr>
          <a:xfrm>
            <a:off x="3751888" y="2218360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</a:t>
            </a:r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35C0CC11-6922-C844-E47A-B396637203AB}"/>
              </a:ext>
            </a:extLst>
          </p:cNvPr>
          <p:cNvSpPr/>
          <p:nvPr/>
        </p:nvSpPr>
        <p:spPr>
          <a:xfrm>
            <a:off x="551606" y="2218360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A099371-E626-599A-B1DC-2BD56E1AF893}"/>
              </a:ext>
            </a:extLst>
          </p:cNvPr>
          <p:cNvCxnSpPr>
            <a:cxnSpLocks/>
          </p:cNvCxnSpPr>
          <p:nvPr/>
        </p:nvCxnSpPr>
        <p:spPr>
          <a:xfrm>
            <a:off x="7139709" y="269798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순서도: 문서 51">
            <a:extLst>
              <a:ext uri="{FF2B5EF4-FFF2-40B4-BE49-F238E27FC236}">
                <a16:creationId xmlns:a16="http://schemas.microsoft.com/office/drawing/2014/main" id="{FA1F838F-9512-D732-6EEE-9A9E97180F3F}"/>
              </a:ext>
            </a:extLst>
          </p:cNvPr>
          <p:cNvSpPr/>
          <p:nvPr/>
        </p:nvSpPr>
        <p:spPr>
          <a:xfrm>
            <a:off x="5920509" y="281473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주변을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A072BE7F-9F33-C0FB-AA08-A705072C2F58}"/>
              </a:ext>
            </a:extLst>
          </p:cNvPr>
          <p:cNvSpPr/>
          <p:nvPr/>
        </p:nvSpPr>
        <p:spPr>
          <a:xfrm>
            <a:off x="6433935" y="348927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획득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E20A5D7-7A30-E845-8CE3-EA756D0D4942}"/>
              </a:ext>
            </a:extLst>
          </p:cNvPr>
          <p:cNvCxnSpPr>
            <a:cxnSpLocks/>
          </p:cNvCxnSpPr>
          <p:nvPr/>
        </p:nvCxnSpPr>
        <p:spPr>
          <a:xfrm>
            <a:off x="7845483" y="2459115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A0AC739-1CBB-145C-ADD2-8856D9151ABD}"/>
              </a:ext>
            </a:extLst>
          </p:cNvPr>
          <p:cNvCxnSpPr>
            <a:cxnSpLocks/>
          </p:cNvCxnSpPr>
          <p:nvPr/>
        </p:nvCxnSpPr>
        <p:spPr>
          <a:xfrm>
            <a:off x="7139709" y="3991920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순서도: 문서 63">
            <a:extLst>
              <a:ext uri="{FF2B5EF4-FFF2-40B4-BE49-F238E27FC236}">
                <a16:creationId xmlns:a16="http://schemas.microsoft.com/office/drawing/2014/main" id="{48C47AF8-32C0-188A-460B-CEA43BEF593A}"/>
              </a:ext>
            </a:extLst>
          </p:cNvPr>
          <p:cNvSpPr/>
          <p:nvPr/>
        </p:nvSpPr>
        <p:spPr>
          <a:xfrm>
            <a:off x="5920509" y="4108671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복도로 나가기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9B1C7F81-D40B-6349-8C50-A070CB19746E}"/>
              </a:ext>
            </a:extLst>
          </p:cNvPr>
          <p:cNvSpPr/>
          <p:nvPr/>
        </p:nvSpPr>
        <p:spPr>
          <a:xfrm>
            <a:off x="6433935" y="595247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903A3EC2-F38E-D855-35E5-BA3F8B7890AD}"/>
              </a:ext>
            </a:extLst>
          </p:cNvPr>
          <p:cNvSpPr/>
          <p:nvPr/>
        </p:nvSpPr>
        <p:spPr>
          <a:xfrm>
            <a:off x="9171709" y="2124365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＂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오류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작동하려면 최고 권한이 필요합니다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7DF2E4F-2308-EA66-7D51-DF113E7367A8}"/>
              </a:ext>
            </a:extLst>
          </p:cNvPr>
          <p:cNvCxnSpPr>
            <a:cxnSpLocks/>
          </p:cNvCxnSpPr>
          <p:nvPr/>
        </p:nvCxnSpPr>
        <p:spPr>
          <a:xfrm>
            <a:off x="7845483" y="3763750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순서도: 처리 67">
            <a:extLst>
              <a:ext uri="{FF2B5EF4-FFF2-40B4-BE49-F238E27FC236}">
                <a16:creationId xmlns:a16="http://schemas.microsoft.com/office/drawing/2014/main" id="{D65FE2A1-68E7-D090-2D85-8EAD70F82AC3}"/>
              </a:ext>
            </a:extLst>
          </p:cNvPr>
          <p:cNvSpPr/>
          <p:nvPr/>
        </p:nvSpPr>
        <p:spPr>
          <a:xfrm>
            <a:off x="9171709" y="3289077"/>
            <a:ext cx="2290618" cy="91620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단말기가 카메라로 부드럽게 줌 인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화면이 밝아지며 단말기 부팅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작동 완료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환영합니다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B9093C33-8187-45EB-B9C4-4245A71C2B45}"/>
              </a:ext>
            </a:extLst>
          </p:cNvPr>
          <p:cNvSpPr/>
          <p:nvPr/>
        </p:nvSpPr>
        <p:spPr>
          <a:xfrm>
            <a:off x="6261388" y="4782146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단말기를 획득한 상태인가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A8BAAD9-298D-2690-7237-3B74BB9B992A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139709" y="5661034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05BC148-47EF-0168-066C-44CA6EAA5C9D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8037079" y="5221590"/>
            <a:ext cx="113463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2F57B050-C38A-858C-EBBA-C82DD5CA6DA9}"/>
              </a:ext>
            </a:extLst>
          </p:cNvPr>
          <p:cNvSpPr/>
          <p:nvPr/>
        </p:nvSpPr>
        <p:spPr>
          <a:xfrm>
            <a:off x="9171709" y="4969105"/>
            <a:ext cx="2290618" cy="51155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문이 열리지 않음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 권한 거부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  <a:p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DF4DC4-E044-32D2-802F-6ED8CAB54BD9}"/>
              </a:ext>
            </a:extLst>
          </p:cNvPr>
          <p:cNvSpPr txBox="1"/>
          <p:nvPr/>
        </p:nvSpPr>
        <p:spPr>
          <a:xfrm>
            <a:off x="8037079" y="4969105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4BE66D-B224-598E-6DE9-7C5D449BD61A}"/>
              </a:ext>
            </a:extLst>
          </p:cNvPr>
          <p:cNvSpPr txBox="1"/>
          <p:nvPr/>
        </p:nvSpPr>
        <p:spPr>
          <a:xfrm>
            <a:off x="7150363" y="564670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A02F05-4FF8-D2C2-710C-C5AB6B07873F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AA074C-3D1F-68FF-9DB1-7E6DF172E84B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5FBA1C6-490C-0F00-3FC1-48929C5B862C}"/>
              </a:ext>
            </a:extLst>
          </p:cNvPr>
          <p:cNvCxnSpPr>
            <a:cxnSpLocks/>
            <a:stCxn id="36" idx="3"/>
            <a:endCxn id="22" idx="2"/>
          </p:cNvCxnSpPr>
          <p:nvPr/>
        </p:nvCxnSpPr>
        <p:spPr>
          <a:xfrm>
            <a:off x="1207168" y="4067663"/>
            <a:ext cx="246127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CC0D2A6-D655-27D7-F084-79A5A519857F}"/>
              </a:ext>
            </a:extLst>
          </p:cNvPr>
          <p:cNvCxnSpPr>
            <a:cxnSpLocks/>
            <a:stCxn id="32" idx="6"/>
            <a:endCxn id="37" idx="1"/>
          </p:cNvCxnSpPr>
          <p:nvPr/>
        </p:nvCxnSpPr>
        <p:spPr>
          <a:xfrm flipV="1">
            <a:off x="3633505" y="4336741"/>
            <a:ext cx="25500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70B2511-A021-5489-06D2-73A51AF61845}"/>
              </a:ext>
            </a:extLst>
          </p:cNvPr>
          <p:cNvCxnSpPr>
            <a:cxnSpLocks/>
            <a:stCxn id="50" idx="3"/>
            <a:endCxn id="16" idx="2"/>
          </p:cNvCxnSpPr>
          <p:nvPr/>
        </p:nvCxnSpPr>
        <p:spPr>
          <a:xfrm>
            <a:off x="1301897" y="2338738"/>
            <a:ext cx="784355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F65AC82B-1E98-78F2-978B-56175BCFD002}"/>
              </a:ext>
            </a:extLst>
          </p:cNvPr>
          <p:cNvCxnSpPr>
            <a:cxnSpLocks/>
            <a:stCxn id="17" idx="6"/>
            <a:endCxn id="49" idx="1"/>
          </p:cNvCxnSpPr>
          <p:nvPr/>
        </p:nvCxnSpPr>
        <p:spPr>
          <a:xfrm>
            <a:off x="3051838" y="2338738"/>
            <a:ext cx="700050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A08E65F1-77D4-A49E-F53F-168F53AA258F}"/>
              </a:ext>
            </a:extLst>
          </p:cNvPr>
          <p:cNvSpPr/>
          <p:nvPr/>
        </p:nvSpPr>
        <p:spPr>
          <a:xfrm>
            <a:off x="3176935" y="3747179"/>
            <a:ext cx="240755" cy="24075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순서도: 처리 78">
            <a:extLst>
              <a:ext uri="{FF2B5EF4-FFF2-40B4-BE49-F238E27FC236}">
                <a16:creationId xmlns:a16="http://schemas.microsoft.com/office/drawing/2014/main" id="{0626C347-0274-C967-1696-0F480231A753}"/>
              </a:ext>
            </a:extLst>
          </p:cNvPr>
          <p:cNvSpPr/>
          <p:nvPr/>
        </p:nvSpPr>
        <p:spPr>
          <a:xfrm>
            <a:off x="3744799" y="3747178"/>
            <a:ext cx="1080919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 개폐 장치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2A6C082-F4A3-66A7-CB7A-98850DF0DF8A}"/>
              </a:ext>
            </a:extLst>
          </p:cNvPr>
          <p:cNvCxnSpPr>
            <a:cxnSpLocks/>
            <a:stCxn id="78" idx="6"/>
            <a:endCxn id="79" idx="1"/>
          </p:cNvCxnSpPr>
          <p:nvPr/>
        </p:nvCxnSpPr>
        <p:spPr>
          <a:xfrm flipV="1">
            <a:off x="3417690" y="3867556"/>
            <a:ext cx="327109" cy="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C6FFB7B-6F23-A413-C422-807A0CCABD6B}"/>
              </a:ext>
            </a:extLst>
          </p:cNvPr>
          <p:cNvCxnSpPr>
            <a:cxnSpLocks/>
          </p:cNvCxnSpPr>
          <p:nvPr/>
        </p:nvCxnSpPr>
        <p:spPr>
          <a:xfrm>
            <a:off x="8358909" y="1704782"/>
            <a:ext cx="8128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5C760E89-9ED4-FF1D-4D60-F8C6EC196B9B}"/>
              </a:ext>
            </a:extLst>
          </p:cNvPr>
          <p:cNvSpPr/>
          <p:nvPr/>
        </p:nvSpPr>
        <p:spPr>
          <a:xfrm>
            <a:off x="9171709" y="1370032"/>
            <a:ext cx="2290618" cy="636358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유저에게 표시되는 현재 목표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80A0265-446D-4C49-3E7F-EEBFF231BD40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</p:spTree>
    <p:extLst>
      <p:ext uri="{BB962C8B-B14F-4D97-AF65-F5344CB8AC3E}">
        <p14:creationId xmlns:p14="http://schemas.microsoft.com/office/powerpoint/2010/main" val="182565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CEBF8-8DF5-3534-98FF-F45216F2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CC0D4A-7637-B286-FD1D-10EADAD552F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19A84E-22FC-5D85-CE02-1F8D06F41748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898F90-0F04-6A9B-D245-CE8F8FC22F7B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DA0C7AD-79B4-6B92-DB11-944526537A9F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139709" y="140267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54BA0DC-BFD8-51BD-0441-C7232BBF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18" y="1286205"/>
            <a:ext cx="2076740" cy="3877216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C85573-D14D-BC5B-12A5-F7338284DA20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72E4C5-FB1B-6189-83DF-7AA5DD520218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78E2AD0F-F379-C65E-FD80-C1CD348C0950}"/>
              </a:ext>
            </a:extLst>
          </p:cNvPr>
          <p:cNvSpPr/>
          <p:nvPr/>
        </p:nvSpPr>
        <p:spPr>
          <a:xfrm>
            <a:off x="6433935" y="905522"/>
            <a:ext cx="1411548" cy="497149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시작</a:t>
            </a:r>
          </a:p>
        </p:txBody>
      </p: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948C78DA-38E0-765E-92CE-8F5C9E7EB26B}"/>
              </a:ext>
            </a:extLst>
          </p:cNvPr>
          <p:cNvSpPr/>
          <p:nvPr/>
        </p:nvSpPr>
        <p:spPr>
          <a:xfrm>
            <a:off x="5920509" y="151942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F6CF83B2-7CC7-EAB1-A00D-770E5EBAFD30}"/>
              </a:ext>
            </a:extLst>
          </p:cNvPr>
          <p:cNvSpPr/>
          <p:nvPr/>
        </p:nvSpPr>
        <p:spPr>
          <a:xfrm>
            <a:off x="6433935" y="219396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상호작용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ADCC79E-4693-6563-A80F-997163C0A999}"/>
              </a:ext>
            </a:extLst>
          </p:cNvPr>
          <p:cNvCxnSpPr>
            <a:cxnSpLocks/>
          </p:cNvCxnSpPr>
          <p:nvPr/>
        </p:nvCxnSpPr>
        <p:spPr>
          <a:xfrm>
            <a:off x="7139709" y="269798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순서도: 문서 51">
            <a:extLst>
              <a:ext uri="{FF2B5EF4-FFF2-40B4-BE49-F238E27FC236}">
                <a16:creationId xmlns:a16="http://schemas.microsoft.com/office/drawing/2014/main" id="{D38A08FA-DA25-86D8-6E92-7BBC24888B5F}"/>
              </a:ext>
            </a:extLst>
          </p:cNvPr>
          <p:cNvSpPr/>
          <p:nvPr/>
        </p:nvSpPr>
        <p:spPr>
          <a:xfrm>
            <a:off x="5920509" y="281473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주변을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9D924286-CDF3-CFA8-2983-1A5604EDAE6B}"/>
              </a:ext>
            </a:extLst>
          </p:cNvPr>
          <p:cNvSpPr/>
          <p:nvPr/>
        </p:nvSpPr>
        <p:spPr>
          <a:xfrm>
            <a:off x="6433935" y="348927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획득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63D75985-7F1E-1CB4-E3D8-EE532131B96D}"/>
              </a:ext>
            </a:extLst>
          </p:cNvPr>
          <p:cNvCxnSpPr>
            <a:cxnSpLocks/>
          </p:cNvCxnSpPr>
          <p:nvPr/>
        </p:nvCxnSpPr>
        <p:spPr>
          <a:xfrm>
            <a:off x="7845483" y="2459115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5715BE4-5DC9-05D2-5013-BBD70CB6FCB4}"/>
              </a:ext>
            </a:extLst>
          </p:cNvPr>
          <p:cNvCxnSpPr>
            <a:cxnSpLocks/>
          </p:cNvCxnSpPr>
          <p:nvPr/>
        </p:nvCxnSpPr>
        <p:spPr>
          <a:xfrm>
            <a:off x="7139709" y="3991920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순서도: 문서 63">
            <a:extLst>
              <a:ext uri="{FF2B5EF4-FFF2-40B4-BE49-F238E27FC236}">
                <a16:creationId xmlns:a16="http://schemas.microsoft.com/office/drawing/2014/main" id="{D89BC504-59DC-2DE7-03CE-18FE1D93D5A3}"/>
              </a:ext>
            </a:extLst>
          </p:cNvPr>
          <p:cNvSpPr/>
          <p:nvPr/>
        </p:nvSpPr>
        <p:spPr>
          <a:xfrm>
            <a:off x="5920509" y="4108671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복도로 나가기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3DF4CBA3-533E-3705-775D-F05B87DCA6CB}"/>
              </a:ext>
            </a:extLst>
          </p:cNvPr>
          <p:cNvSpPr/>
          <p:nvPr/>
        </p:nvSpPr>
        <p:spPr>
          <a:xfrm>
            <a:off x="6433935" y="595247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A8DB6B59-E567-3991-C7C6-5DBA466ECFBF}"/>
              </a:ext>
            </a:extLst>
          </p:cNvPr>
          <p:cNvSpPr/>
          <p:nvPr/>
        </p:nvSpPr>
        <p:spPr>
          <a:xfrm>
            <a:off x="9171709" y="2124365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＂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오류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작동하려면 최고 권한이 필요합니다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7B8A959-3941-AA42-B990-C90DD4F87A49}"/>
              </a:ext>
            </a:extLst>
          </p:cNvPr>
          <p:cNvCxnSpPr>
            <a:cxnSpLocks/>
          </p:cNvCxnSpPr>
          <p:nvPr/>
        </p:nvCxnSpPr>
        <p:spPr>
          <a:xfrm>
            <a:off x="7845483" y="3763750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순서도: 처리 67">
            <a:extLst>
              <a:ext uri="{FF2B5EF4-FFF2-40B4-BE49-F238E27FC236}">
                <a16:creationId xmlns:a16="http://schemas.microsoft.com/office/drawing/2014/main" id="{E5175F30-8238-CD16-378F-D936FE4C13B0}"/>
              </a:ext>
            </a:extLst>
          </p:cNvPr>
          <p:cNvSpPr/>
          <p:nvPr/>
        </p:nvSpPr>
        <p:spPr>
          <a:xfrm>
            <a:off x="9171709" y="3289077"/>
            <a:ext cx="2290618" cy="91620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단말기가 카메라로 부드럽게 줌 인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화면이 밝아지며 단말기 부팅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작동 완료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환영합니다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BD706A5-EF1D-66ED-C18C-267BEFFC3A24}"/>
              </a:ext>
            </a:extLst>
          </p:cNvPr>
          <p:cNvCxnSpPr>
            <a:cxnSpLocks/>
          </p:cNvCxnSpPr>
          <p:nvPr/>
        </p:nvCxnSpPr>
        <p:spPr>
          <a:xfrm flipH="1">
            <a:off x="1865745" y="4076899"/>
            <a:ext cx="74814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F189E4B-5BB1-21BC-3061-D456B7943284}"/>
              </a:ext>
            </a:extLst>
          </p:cNvPr>
          <p:cNvCxnSpPr/>
          <p:nvPr/>
        </p:nvCxnSpPr>
        <p:spPr>
          <a:xfrm flipV="1">
            <a:off x="2613891" y="2672646"/>
            <a:ext cx="0" cy="14175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33661556-769D-0D6A-756B-346881797FF1}"/>
              </a:ext>
            </a:extLst>
          </p:cNvPr>
          <p:cNvSpPr/>
          <p:nvPr/>
        </p:nvSpPr>
        <p:spPr>
          <a:xfrm>
            <a:off x="6261388" y="4782146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단말기를 획득한 상태인가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07DB5A3-94CC-F06F-A572-B017B4A56044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139709" y="5661034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CAF3069-0BEC-2C18-F487-5F55484F31B7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8037079" y="5221590"/>
            <a:ext cx="113463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30576F43-83B5-BD47-559B-4BDA96153755}"/>
              </a:ext>
            </a:extLst>
          </p:cNvPr>
          <p:cNvSpPr/>
          <p:nvPr/>
        </p:nvSpPr>
        <p:spPr>
          <a:xfrm>
            <a:off x="9171709" y="4969105"/>
            <a:ext cx="2290618" cy="51155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문이 열리지 않음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 권한 거부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  <a:p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A66C02-78E8-A63F-12A5-2E574A65EA48}"/>
              </a:ext>
            </a:extLst>
          </p:cNvPr>
          <p:cNvSpPr txBox="1"/>
          <p:nvPr/>
        </p:nvSpPr>
        <p:spPr>
          <a:xfrm>
            <a:off x="8037079" y="4969105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DFFFEB-EC33-232C-D349-4069E8033516}"/>
              </a:ext>
            </a:extLst>
          </p:cNvPr>
          <p:cNvSpPr txBox="1"/>
          <p:nvPr/>
        </p:nvSpPr>
        <p:spPr>
          <a:xfrm>
            <a:off x="7150363" y="564670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7AD49E0-C59C-7BB3-4C07-7CFE22B2EB3D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8F62915-96B0-F11F-2EE4-3DB3444BFD36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5EB6C51-C8CD-8DD4-A77E-EB7E10AB035E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1F30C5F-BEF5-91D1-DEFE-91BD4F5B2EFD}"/>
              </a:ext>
            </a:extLst>
          </p:cNvPr>
          <p:cNvCxnSpPr>
            <a:cxnSpLocks/>
          </p:cNvCxnSpPr>
          <p:nvPr/>
        </p:nvCxnSpPr>
        <p:spPr>
          <a:xfrm>
            <a:off x="8358909" y="1704782"/>
            <a:ext cx="8128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순서도: 처리 13">
            <a:extLst>
              <a:ext uri="{FF2B5EF4-FFF2-40B4-BE49-F238E27FC236}">
                <a16:creationId xmlns:a16="http://schemas.microsoft.com/office/drawing/2014/main" id="{F25502F9-705A-7716-D989-B7263F906236}"/>
              </a:ext>
            </a:extLst>
          </p:cNvPr>
          <p:cNvSpPr/>
          <p:nvPr/>
        </p:nvSpPr>
        <p:spPr>
          <a:xfrm>
            <a:off x="9171709" y="1370032"/>
            <a:ext cx="2290618" cy="636358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유저에게 표시되는 현재 목표</a:t>
            </a:r>
          </a:p>
        </p:txBody>
      </p:sp>
    </p:spTree>
    <p:extLst>
      <p:ext uri="{BB962C8B-B14F-4D97-AF65-F5344CB8AC3E}">
        <p14:creationId xmlns:p14="http://schemas.microsoft.com/office/powerpoint/2010/main" val="7637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F5FD-728C-13B8-E17B-61676F35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632856-2FC3-39B6-AF29-94AD8D79715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988A77-08A5-CABF-B5C8-9B44F9979A48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EE3929-2AB9-A5A8-1E3A-A7F2E78674C4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4C925C5-3F92-A9F9-7ADE-E8953BAB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62" y="1286206"/>
            <a:ext cx="2857964" cy="3881990"/>
          </a:xfrm>
          <a:prstGeom prst="rect">
            <a:avLst/>
          </a:prstGeom>
          <a:solidFill>
            <a:srgbClr val="7030A0"/>
          </a:solidFill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9B4C5B8-CD49-95A2-42C6-0873526ECCC9}"/>
              </a:ext>
            </a:extLst>
          </p:cNvPr>
          <p:cNvCxnSpPr>
            <a:cxnSpLocks/>
          </p:cNvCxnSpPr>
          <p:nvPr/>
        </p:nvCxnSpPr>
        <p:spPr>
          <a:xfrm>
            <a:off x="7139709" y="2847876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D37689-D070-C9CF-FA9F-556D4520ABAA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52C3B5-2444-2D5C-CF18-F486CF2245B1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837F959-F57E-A1CD-010D-A6A1D1623A0C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D6F97D-E823-0143-5291-F274B1A48283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503F68-AB95-DB07-3A86-911F67A268EA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C0717DD-5EC9-619B-BF36-FB047CCA3740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4BF938B-3CE1-68B4-0AFE-42F97E260129}"/>
              </a:ext>
            </a:extLst>
          </p:cNvPr>
          <p:cNvSpPr/>
          <p:nvPr/>
        </p:nvSpPr>
        <p:spPr>
          <a:xfrm>
            <a:off x="1207168" y="3037792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09488EF-CD8D-7257-0A8E-668E4C01D19B}"/>
              </a:ext>
            </a:extLst>
          </p:cNvPr>
          <p:cNvSpPr/>
          <p:nvPr/>
        </p:nvSpPr>
        <p:spPr>
          <a:xfrm>
            <a:off x="3936600" y="3063121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E8F3CD-B255-BF26-D484-0EFC2AD05BFB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103BEA9-73FC-3F27-8CDD-075202B39CB0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01F1550-3767-5BC1-0879-8EFDC45309D4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D251891-AA80-C3B5-4D45-68413A406C46}"/>
              </a:ext>
            </a:extLst>
          </p:cNvPr>
          <p:cNvSpPr/>
          <p:nvPr/>
        </p:nvSpPr>
        <p:spPr>
          <a:xfrm>
            <a:off x="4525720" y="4190806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DCF9E88-4BEC-B277-ADC4-3A4DCDE6CD93}"/>
              </a:ext>
            </a:extLst>
          </p:cNvPr>
          <p:cNvSpPr/>
          <p:nvPr/>
        </p:nvSpPr>
        <p:spPr>
          <a:xfrm>
            <a:off x="4739062" y="3190156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591EAF80-FDD5-67AC-15C5-305485C6B3DB}"/>
              </a:ext>
            </a:extLst>
          </p:cNvPr>
          <p:cNvSpPr/>
          <p:nvPr/>
        </p:nvSpPr>
        <p:spPr>
          <a:xfrm>
            <a:off x="5920509" y="2964627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사태 파악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복도를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95C29D3D-2FCD-998B-8DA5-0A163EB518B0}"/>
              </a:ext>
            </a:extLst>
          </p:cNvPr>
          <p:cNvSpPr/>
          <p:nvPr/>
        </p:nvSpPr>
        <p:spPr>
          <a:xfrm>
            <a:off x="6433935" y="3639174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 열기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428070A-94D2-092B-1488-056F73010E83}"/>
              </a:ext>
            </a:extLst>
          </p:cNvPr>
          <p:cNvCxnSpPr>
            <a:cxnSpLocks/>
          </p:cNvCxnSpPr>
          <p:nvPr/>
        </p:nvCxnSpPr>
        <p:spPr>
          <a:xfrm>
            <a:off x="8362950" y="3230152"/>
            <a:ext cx="808759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71082518-4523-BBC4-E775-E6CDC5170CAA}"/>
              </a:ext>
            </a:extLst>
          </p:cNvPr>
          <p:cNvSpPr/>
          <p:nvPr/>
        </p:nvSpPr>
        <p:spPr>
          <a:xfrm>
            <a:off x="9171709" y="2895402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– 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사용자의 정신 상태가 불안정합니다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어둠을 피하는 것을 추천합니다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6DEDFA95-95D4-6E81-4736-3ED10B534E94}"/>
              </a:ext>
            </a:extLst>
          </p:cNvPr>
          <p:cNvSpPr/>
          <p:nvPr/>
        </p:nvSpPr>
        <p:spPr>
          <a:xfrm>
            <a:off x="6433935" y="235310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D1B5AFA-3890-B8CB-4125-1650FEF6D71F}"/>
              </a:ext>
            </a:extLst>
          </p:cNvPr>
          <p:cNvSpPr/>
          <p:nvPr/>
        </p:nvSpPr>
        <p:spPr>
          <a:xfrm>
            <a:off x="2888780" y="1666516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F7A271D-34DA-05FF-6756-977A680C3791}"/>
              </a:ext>
            </a:extLst>
          </p:cNvPr>
          <p:cNvSpPr/>
          <p:nvPr/>
        </p:nvSpPr>
        <p:spPr>
          <a:xfrm>
            <a:off x="3444871" y="4063771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E1EBDDD-756C-ED9A-90C8-A277864041ED}"/>
              </a:ext>
            </a:extLst>
          </p:cNvPr>
          <p:cNvSpPr/>
          <p:nvPr/>
        </p:nvSpPr>
        <p:spPr>
          <a:xfrm>
            <a:off x="1937550" y="4812042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108C7B-0701-B67F-18FB-AE95945F49BA}"/>
              </a:ext>
            </a:extLst>
          </p:cNvPr>
          <p:cNvSpPr/>
          <p:nvPr/>
        </p:nvSpPr>
        <p:spPr>
          <a:xfrm>
            <a:off x="4589252" y="1793551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BF2287-EAB5-FF48-E2A7-72ABAF75D24C}"/>
              </a:ext>
            </a:extLst>
          </p:cNvPr>
          <p:cNvSpPr/>
          <p:nvPr/>
        </p:nvSpPr>
        <p:spPr>
          <a:xfrm>
            <a:off x="132875" y="3164827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7AC21D-EE1B-020F-C818-8143F2929BA0}"/>
              </a:ext>
            </a:extLst>
          </p:cNvPr>
          <p:cNvSpPr/>
          <p:nvPr/>
        </p:nvSpPr>
        <p:spPr>
          <a:xfrm>
            <a:off x="2787176" y="5385494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9AE6DB7-A696-C437-FFA8-BE0AAD2FBC82}"/>
              </a:ext>
            </a:extLst>
          </p:cNvPr>
          <p:cNvSpPr/>
          <p:nvPr/>
        </p:nvSpPr>
        <p:spPr>
          <a:xfrm>
            <a:off x="2484250" y="2887185"/>
            <a:ext cx="809060" cy="809060"/>
          </a:xfrm>
          <a:prstGeom prst="ellipse">
            <a:avLst/>
          </a:prstGeom>
          <a:solidFill>
            <a:srgbClr val="7030A0"/>
          </a:solidFill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131022-809E-03FD-723B-E9F14B5EB9CE}"/>
              </a:ext>
            </a:extLst>
          </p:cNvPr>
          <p:cNvSpPr/>
          <p:nvPr/>
        </p:nvSpPr>
        <p:spPr>
          <a:xfrm>
            <a:off x="9487735" y="5553522"/>
            <a:ext cx="253769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D3308D-D3B9-A8E5-96D3-5CFAE338E5A0}"/>
              </a:ext>
            </a:extLst>
          </p:cNvPr>
          <p:cNvSpPr/>
          <p:nvPr/>
        </p:nvSpPr>
        <p:spPr>
          <a:xfrm>
            <a:off x="9487734" y="5837608"/>
            <a:ext cx="2537691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복도와 </a:t>
            </a:r>
            <a:r>
              <a:rPr lang="ko-KR" altLang="en-US" sz="11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이외의 구역은 불이 들어오지 않아 접근 불가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12F932-9C66-8686-A56E-A2B352B91885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AB9576-5A63-4831-EF99-E0B76DC61D8D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89842B6-0FF3-72D8-2AB8-6D6AB608185D}"/>
              </a:ext>
            </a:extLst>
          </p:cNvPr>
          <p:cNvCxnSpPr>
            <a:cxnSpLocks/>
            <a:stCxn id="25" idx="3"/>
            <a:endCxn id="22" idx="2"/>
          </p:cNvCxnSpPr>
          <p:nvPr/>
        </p:nvCxnSpPr>
        <p:spPr>
          <a:xfrm>
            <a:off x="999521" y="3306870"/>
            <a:ext cx="207647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FAF4DED-5DD7-8EEE-8297-345424AA6729}"/>
              </a:ext>
            </a:extLst>
          </p:cNvPr>
          <p:cNvCxnSpPr>
            <a:cxnSpLocks/>
            <a:stCxn id="19" idx="6"/>
            <a:endCxn id="24" idx="1"/>
          </p:cNvCxnSpPr>
          <p:nvPr/>
        </p:nvCxnSpPr>
        <p:spPr>
          <a:xfrm flipV="1">
            <a:off x="3426937" y="1935594"/>
            <a:ext cx="116231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07D2264-99F4-BA58-807B-EA0EFD5362D9}"/>
              </a:ext>
            </a:extLst>
          </p:cNvPr>
          <p:cNvCxnSpPr>
            <a:cxnSpLocks/>
            <a:stCxn id="32" idx="6"/>
            <a:endCxn id="37" idx="1"/>
          </p:cNvCxnSpPr>
          <p:nvPr/>
        </p:nvCxnSpPr>
        <p:spPr>
          <a:xfrm flipV="1">
            <a:off x="4474757" y="3332199"/>
            <a:ext cx="26430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8B5C0E8-C4E1-B1E4-9A3C-13ECC95E0B6E}"/>
              </a:ext>
            </a:extLst>
          </p:cNvPr>
          <p:cNvCxnSpPr>
            <a:cxnSpLocks/>
            <a:stCxn id="20" idx="6"/>
            <a:endCxn id="36" idx="1"/>
          </p:cNvCxnSpPr>
          <p:nvPr/>
        </p:nvCxnSpPr>
        <p:spPr>
          <a:xfrm flipV="1">
            <a:off x="3983028" y="4332849"/>
            <a:ext cx="542692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30544772-FE00-35E2-CB60-C8389412116A}"/>
              </a:ext>
            </a:extLst>
          </p:cNvPr>
          <p:cNvCxnSpPr>
            <a:cxnSpLocks/>
            <a:stCxn id="23" idx="4"/>
            <a:endCxn id="26" idx="1"/>
          </p:cNvCxnSpPr>
          <p:nvPr/>
        </p:nvCxnSpPr>
        <p:spPr>
          <a:xfrm rot="16200000" flipH="1">
            <a:off x="2408233" y="5148594"/>
            <a:ext cx="177338" cy="580547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0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6A63-84EB-D1AC-2775-DA601D3D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9BE738-CA5E-7426-DFAA-0D05699B2E4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5E4E94-BCD6-1293-B112-2F7F8099F910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CFF20B-CCF5-D582-9D9A-8C8A1310A9E8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B34731-1735-D208-C41C-A66446024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62" y="1286206"/>
            <a:ext cx="2857964" cy="3881990"/>
          </a:xfrm>
          <a:prstGeom prst="rect">
            <a:avLst/>
          </a:prstGeom>
          <a:solidFill>
            <a:srgbClr val="7030A0"/>
          </a:solidFill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9545042-A8FA-F03B-6C39-A5E29B62D280}"/>
              </a:ext>
            </a:extLst>
          </p:cNvPr>
          <p:cNvCxnSpPr>
            <a:cxnSpLocks/>
          </p:cNvCxnSpPr>
          <p:nvPr/>
        </p:nvCxnSpPr>
        <p:spPr>
          <a:xfrm>
            <a:off x="7139709" y="2847876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A77F13CE-D18E-3FB8-5743-192DA21FBA84}"/>
              </a:ext>
            </a:extLst>
          </p:cNvPr>
          <p:cNvSpPr/>
          <p:nvPr/>
        </p:nvSpPr>
        <p:spPr>
          <a:xfrm>
            <a:off x="5920509" y="2964627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사태 파악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복도를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198339A1-B905-12DD-2E15-7AC3C6017FE0}"/>
              </a:ext>
            </a:extLst>
          </p:cNvPr>
          <p:cNvSpPr/>
          <p:nvPr/>
        </p:nvSpPr>
        <p:spPr>
          <a:xfrm>
            <a:off x="6433935" y="3639174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 열기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91F93FC-B1F0-BDB2-E307-67CEFD698A36}"/>
              </a:ext>
            </a:extLst>
          </p:cNvPr>
          <p:cNvCxnSpPr>
            <a:cxnSpLocks/>
          </p:cNvCxnSpPr>
          <p:nvPr/>
        </p:nvCxnSpPr>
        <p:spPr>
          <a:xfrm>
            <a:off x="8362950" y="3230152"/>
            <a:ext cx="808759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5DE5DCBE-9086-3E85-00CC-BE4439353965}"/>
              </a:ext>
            </a:extLst>
          </p:cNvPr>
          <p:cNvSpPr/>
          <p:nvPr/>
        </p:nvSpPr>
        <p:spPr>
          <a:xfrm>
            <a:off x="9171709" y="2895402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– 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사용자의 정신 상태가 불안정합니다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어둠을 피하는 것을 추천합니다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B12C8E14-A00D-4125-14DF-28C06C88DC74}"/>
              </a:ext>
            </a:extLst>
          </p:cNvPr>
          <p:cNvSpPr/>
          <p:nvPr/>
        </p:nvSpPr>
        <p:spPr>
          <a:xfrm>
            <a:off x="6433935" y="235310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D42AAD3-E950-D61F-471C-65387C0506D1}"/>
              </a:ext>
            </a:extLst>
          </p:cNvPr>
          <p:cNvSpPr/>
          <p:nvPr/>
        </p:nvSpPr>
        <p:spPr>
          <a:xfrm>
            <a:off x="2484250" y="2887185"/>
            <a:ext cx="809060" cy="809060"/>
          </a:xfrm>
          <a:prstGeom prst="ellipse">
            <a:avLst/>
          </a:prstGeom>
          <a:solidFill>
            <a:srgbClr val="7030A0"/>
          </a:solidFill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D286C8F-4258-B5B7-7E42-49F5DAAD561B}"/>
              </a:ext>
            </a:extLst>
          </p:cNvPr>
          <p:cNvCxnSpPr>
            <a:cxnSpLocks/>
          </p:cNvCxnSpPr>
          <p:nvPr/>
        </p:nvCxnSpPr>
        <p:spPr>
          <a:xfrm>
            <a:off x="2972604" y="4304145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FB06B3A-AB59-2E58-4CFC-4C097010FB88}"/>
              </a:ext>
            </a:extLst>
          </p:cNvPr>
          <p:cNvCxnSpPr>
            <a:cxnSpLocks/>
          </p:cNvCxnSpPr>
          <p:nvPr/>
        </p:nvCxnSpPr>
        <p:spPr>
          <a:xfrm flipV="1">
            <a:off x="2981841" y="3424382"/>
            <a:ext cx="0" cy="8856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C04F6F7-FC31-8A88-1884-268169FD6FF2}"/>
              </a:ext>
            </a:extLst>
          </p:cNvPr>
          <p:cNvCxnSpPr>
            <a:cxnSpLocks/>
          </p:cNvCxnSpPr>
          <p:nvPr/>
        </p:nvCxnSpPr>
        <p:spPr>
          <a:xfrm>
            <a:off x="2972604" y="3424382"/>
            <a:ext cx="1072923" cy="46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856F89-D93D-7FF1-BFF8-D8CBD65F7A8E}"/>
              </a:ext>
            </a:extLst>
          </p:cNvPr>
          <p:cNvSpPr/>
          <p:nvPr/>
        </p:nvSpPr>
        <p:spPr>
          <a:xfrm>
            <a:off x="9487735" y="5553522"/>
            <a:ext cx="253769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62B2E4-9B85-AAAA-B590-F690FD7C6BD9}"/>
              </a:ext>
            </a:extLst>
          </p:cNvPr>
          <p:cNvSpPr/>
          <p:nvPr/>
        </p:nvSpPr>
        <p:spPr>
          <a:xfrm>
            <a:off x="9487734" y="5837608"/>
            <a:ext cx="2537691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복도와 </a:t>
            </a:r>
            <a:r>
              <a:rPr lang="ko-KR" altLang="en-US" sz="11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이외의 구역은 불이 들어오지 않아 접근 불가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0B762C-CA16-55DB-0C56-A4CABA37F475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181E61-0F04-0200-8394-537AAFE56960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1DD8BE-D912-94E6-6729-0B801ADC3050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07F278-22DF-16AD-866A-9059350F962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0406851-BFE0-A084-2D2B-E4A410D35E3E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A65E9152-666D-7B60-F0EB-BF4CB1F5ABC9}"/>
              </a:ext>
            </a:extLst>
          </p:cNvPr>
          <p:cNvSpPr/>
          <p:nvPr/>
        </p:nvSpPr>
        <p:spPr>
          <a:xfrm>
            <a:off x="3936600" y="3063121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00E813-1D25-C10E-1580-49253851A1A8}"/>
              </a:ext>
            </a:extLst>
          </p:cNvPr>
          <p:cNvSpPr/>
          <p:nvPr/>
        </p:nvSpPr>
        <p:spPr>
          <a:xfrm>
            <a:off x="4525720" y="4190806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914565-7B53-5138-DCA5-82DE384CD269}"/>
              </a:ext>
            </a:extLst>
          </p:cNvPr>
          <p:cNvSpPr/>
          <p:nvPr/>
        </p:nvSpPr>
        <p:spPr>
          <a:xfrm>
            <a:off x="4739062" y="3190156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6F432F5-E862-6D57-15F9-CDF1C66DE0AF}"/>
              </a:ext>
            </a:extLst>
          </p:cNvPr>
          <p:cNvSpPr/>
          <p:nvPr/>
        </p:nvSpPr>
        <p:spPr>
          <a:xfrm>
            <a:off x="3444871" y="4063771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31EEDD4-3F54-6BDC-246F-61DD2EB75040}"/>
              </a:ext>
            </a:extLst>
          </p:cNvPr>
          <p:cNvCxnSpPr>
            <a:cxnSpLocks/>
            <a:stCxn id="11" idx="6"/>
            <a:endCxn id="15" idx="1"/>
          </p:cNvCxnSpPr>
          <p:nvPr/>
        </p:nvCxnSpPr>
        <p:spPr>
          <a:xfrm flipV="1">
            <a:off x="4474757" y="3332199"/>
            <a:ext cx="26430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C5DA76C-2200-C501-5715-79E292F17455}"/>
              </a:ext>
            </a:extLst>
          </p:cNvPr>
          <p:cNvCxnSpPr>
            <a:cxnSpLocks/>
            <a:stCxn id="16" idx="6"/>
            <a:endCxn id="14" idx="1"/>
          </p:cNvCxnSpPr>
          <p:nvPr/>
        </p:nvCxnSpPr>
        <p:spPr>
          <a:xfrm flipV="1">
            <a:off x="3983028" y="4332849"/>
            <a:ext cx="542692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51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A2063-2952-1197-7EC2-148ECD795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85CD4A-1C2B-05B5-6674-B14A3EE06B75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C5C2C2-6D89-6920-1A1D-FE41531F524D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AD981A-A9EB-4B4C-B541-7F30A8B1A184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-1]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8EED3B8-D729-1E00-AE2C-CBB2F54F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E5B768-7BA6-8FA9-D718-5B812CAFAA08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0A5716-F0E3-CA7A-B330-8FFDA7E50DE8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6138A15-809D-A260-32C1-4BC49B23129A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EA5CC2-B090-3E29-FC0C-58B0AF49D4C9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6643EC-21A0-CFCF-FD26-BC7B06A88511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62EB25D-0A0D-2320-5E62-50770587CFA3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17808A7-8623-175F-EF83-AF3CAFAACDDF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1D664E5-A58D-7556-5EC8-534B45DB27D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2A4F0EE-7C05-419A-1B85-74FA9BCC8705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E59F72D-49F5-3A50-01E4-A278869B70F1}"/>
              </a:ext>
            </a:extLst>
          </p:cNvPr>
          <p:cNvSpPr/>
          <p:nvPr/>
        </p:nvSpPr>
        <p:spPr>
          <a:xfrm>
            <a:off x="1372096" y="205580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A3E344-66F9-DC00-466D-48ACC40F8BAA}"/>
              </a:ext>
            </a:extLst>
          </p:cNvPr>
          <p:cNvSpPr/>
          <p:nvPr/>
        </p:nvSpPr>
        <p:spPr>
          <a:xfrm>
            <a:off x="288155" y="218284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5B9FB06-CF52-8816-8046-B26724F49095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AD8E3FDD-C0D6-E459-F3E5-33FED5F78BC7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 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9B0DEC33-08C8-64BB-DF37-1ECC45335615}"/>
              </a:ext>
            </a:extLst>
          </p:cNvPr>
          <p:cNvSpPr/>
          <p:nvPr/>
        </p:nvSpPr>
        <p:spPr>
          <a:xfrm>
            <a:off x="6433935" y="2583477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전류 패널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해결 시 퓨즈 박스 열쇠 획득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AFC5244-3D12-3D93-74C5-097C79A03995}"/>
              </a:ext>
            </a:extLst>
          </p:cNvPr>
          <p:cNvCxnSpPr>
            <a:cxnSpLocks/>
          </p:cNvCxnSpPr>
          <p:nvPr/>
        </p:nvCxnSpPr>
        <p:spPr>
          <a:xfrm>
            <a:off x="7139709" y="3086118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D73BE954-0F71-2709-0C50-55BF6FA0EB5B}"/>
              </a:ext>
            </a:extLst>
          </p:cNvPr>
          <p:cNvSpPr/>
          <p:nvPr/>
        </p:nvSpPr>
        <p:spPr>
          <a:xfrm>
            <a:off x="6433935" y="342305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 자물쇠와 상호작용 </a:t>
            </a: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79A70440-7238-7381-45EF-E834ED7D1F48}"/>
              </a:ext>
            </a:extLst>
          </p:cNvPr>
          <p:cNvSpPr/>
          <p:nvPr/>
        </p:nvSpPr>
        <p:spPr>
          <a:xfrm>
            <a:off x="9171709" y="3043370"/>
            <a:ext cx="2290618" cy="126800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없을 시 연출</a:t>
            </a:r>
            <a:endParaRPr lang="en-US" altLang="ko-KR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자물쇠가 위아래로 덜그럭거림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쇠가 덜그럭거리는 소리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있을 시 연출</a:t>
            </a:r>
            <a:endParaRPr lang="en-US" altLang="ko-KR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자물쇠가 열리며 아래로 떨어짐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찰칵 하며 자물쇠가 열리는 소리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D1A7007-9DBF-95F3-AC57-E836297F0485}"/>
              </a:ext>
            </a:extLst>
          </p:cNvPr>
          <p:cNvCxnSpPr>
            <a:cxnSpLocks/>
          </p:cNvCxnSpPr>
          <p:nvPr/>
        </p:nvCxnSpPr>
        <p:spPr>
          <a:xfrm>
            <a:off x="7845483" y="3671624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처리 27">
            <a:extLst>
              <a:ext uri="{FF2B5EF4-FFF2-40B4-BE49-F238E27FC236}">
                <a16:creationId xmlns:a16="http://schemas.microsoft.com/office/drawing/2014/main" id="{EDBAAEAB-5EC9-A452-6932-FDA3C9314DAC}"/>
              </a:ext>
            </a:extLst>
          </p:cNvPr>
          <p:cNvSpPr/>
          <p:nvPr/>
        </p:nvSpPr>
        <p:spPr>
          <a:xfrm>
            <a:off x="6433935" y="128620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 열기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4C7BB60-150C-C02D-97FB-407ABAF29C35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49E4B2-0C48-DC1D-1121-957AA12E7F2A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9061644-D87B-C8E2-39B4-6735CFA7ABFE}"/>
              </a:ext>
            </a:extLst>
          </p:cNvPr>
          <p:cNvSpPr/>
          <p:nvPr/>
        </p:nvSpPr>
        <p:spPr>
          <a:xfrm>
            <a:off x="3829903" y="3965967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CBC23B1-0770-EB21-3666-DF54A1380494}"/>
              </a:ext>
            </a:extLst>
          </p:cNvPr>
          <p:cNvSpPr/>
          <p:nvPr/>
        </p:nvSpPr>
        <p:spPr>
          <a:xfrm>
            <a:off x="2509237" y="4578599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35BF5F87-F110-9BEF-B868-F52868C1CF8B}"/>
              </a:ext>
            </a:extLst>
          </p:cNvPr>
          <p:cNvSpPr/>
          <p:nvPr/>
        </p:nvSpPr>
        <p:spPr>
          <a:xfrm>
            <a:off x="2329105" y="5318365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</a:t>
            </a: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9063DAF0-79B0-C256-9C7A-8BC8B1E1E196}"/>
              </a:ext>
            </a:extLst>
          </p:cNvPr>
          <p:cNvSpPr/>
          <p:nvPr/>
        </p:nvSpPr>
        <p:spPr>
          <a:xfrm>
            <a:off x="4631934" y="4089106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전류 퍼즐</a:t>
            </a: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82F2A907-78CD-9071-8561-934D73F62AAE}"/>
              </a:ext>
            </a:extLst>
          </p:cNvPr>
          <p:cNvCxnSpPr>
            <a:cxnSpLocks/>
          </p:cNvCxnSpPr>
          <p:nvPr/>
        </p:nvCxnSpPr>
        <p:spPr>
          <a:xfrm>
            <a:off x="7139709" y="3928754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순서도: 문서 80">
            <a:extLst>
              <a:ext uri="{FF2B5EF4-FFF2-40B4-BE49-F238E27FC236}">
                <a16:creationId xmlns:a16="http://schemas.microsoft.com/office/drawing/2014/main" id="{115213D5-2951-2128-A7F1-DE845A2FAA07}"/>
              </a:ext>
            </a:extLst>
          </p:cNvPr>
          <p:cNvSpPr/>
          <p:nvPr/>
        </p:nvSpPr>
        <p:spPr>
          <a:xfrm>
            <a:off x="5920509" y="4045505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7FF7419A-C4B8-76DC-ADAC-76473BBD608A}"/>
              </a:ext>
            </a:extLst>
          </p:cNvPr>
          <p:cNvSpPr/>
          <p:nvPr/>
        </p:nvSpPr>
        <p:spPr>
          <a:xfrm>
            <a:off x="6433935" y="589860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가능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교체됨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DFCCF301-3FDB-6743-3A47-2E0B785E63FE}"/>
              </a:ext>
            </a:extLst>
          </p:cNvPr>
          <p:cNvSpPr/>
          <p:nvPr/>
        </p:nvSpPr>
        <p:spPr>
          <a:xfrm>
            <a:off x="2877006" y="439749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순서도: 처리 83">
            <a:extLst>
              <a:ext uri="{FF2B5EF4-FFF2-40B4-BE49-F238E27FC236}">
                <a16:creationId xmlns:a16="http://schemas.microsoft.com/office/drawing/2014/main" id="{36710759-F0BB-90B9-4833-B1309ABC1F0F}"/>
              </a:ext>
            </a:extLst>
          </p:cNvPr>
          <p:cNvSpPr/>
          <p:nvPr/>
        </p:nvSpPr>
        <p:spPr>
          <a:xfrm>
            <a:off x="3260107" y="5309790"/>
            <a:ext cx="479671" cy="25727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</a:t>
            </a:r>
          </a:p>
        </p:txBody>
      </p:sp>
      <p:sp>
        <p:nvSpPr>
          <p:cNvPr id="85" name="순서도: 판단 84">
            <a:extLst>
              <a:ext uri="{FF2B5EF4-FFF2-40B4-BE49-F238E27FC236}">
                <a16:creationId xmlns:a16="http://schemas.microsoft.com/office/drawing/2014/main" id="{505F46C6-0224-623F-8F60-EFEAB331E4D1}"/>
              </a:ext>
            </a:extLst>
          </p:cNvPr>
          <p:cNvSpPr/>
          <p:nvPr/>
        </p:nvSpPr>
        <p:spPr>
          <a:xfrm>
            <a:off x="6261388" y="4723778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퓨즈를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C0D8D93-D33A-21E1-3F96-AAACF6723CFE}"/>
              </a:ext>
            </a:extLst>
          </p:cNvPr>
          <p:cNvCxnSpPr>
            <a:cxnSpLocks/>
            <a:stCxn id="85" idx="2"/>
          </p:cNvCxnSpPr>
          <p:nvPr/>
        </p:nvCxnSpPr>
        <p:spPr>
          <a:xfrm flipH="1">
            <a:off x="7139709" y="5602666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635FB601-C95B-C51E-91F1-036B3E623E19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8037079" y="5163222"/>
            <a:ext cx="113463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574FD70-A12B-4B58-75EC-9D5AD624C4B5}"/>
              </a:ext>
            </a:extLst>
          </p:cNvPr>
          <p:cNvSpPr txBox="1"/>
          <p:nvPr/>
        </p:nvSpPr>
        <p:spPr>
          <a:xfrm>
            <a:off x="8037079" y="4910737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E85DFA-C044-0754-65C0-97AFE045339B}"/>
              </a:ext>
            </a:extLst>
          </p:cNvPr>
          <p:cNvSpPr txBox="1"/>
          <p:nvPr/>
        </p:nvSpPr>
        <p:spPr>
          <a:xfrm>
            <a:off x="7150363" y="5588338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순서도: 처리 89">
            <a:extLst>
              <a:ext uri="{FF2B5EF4-FFF2-40B4-BE49-F238E27FC236}">
                <a16:creationId xmlns:a16="http://schemas.microsoft.com/office/drawing/2014/main" id="{89421585-C0EB-C300-02DB-198102633031}"/>
              </a:ext>
            </a:extLst>
          </p:cNvPr>
          <p:cNvSpPr/>
          <p:nvPr/>
        </p:nvSpPr>
        <p:spPr>
          <a:xfrm>
            <a:off x="9171709" y="4962184"/>
            <a:ext cx="2290618" cy="42939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불가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D345F7AC-9099-6FEC-3810-D3EC8AB2D07E}"/>
              </a:ext>
            </a:extLst>
          </p:cNvPr>
          <p:cNvSpPr/>
          <p:nvPr/>
        </p:nvSpPr>
        <p:spPr>
          <a:xfrm>
            <a:off x="3375043" y="451028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1F95A89C-144B-5841-3AC2-329EDAB8F631}"/>
              </a:ext>
            </a:extLst>
          </p:cNvPr>
          <p:cNvSpPr/>
          <p:nvPr/>
        </p:nvSpPr>
        <p:spPr>
          <a:xfrm>
            <a:off x="3920490" y="5301849"/>
            <a:ext cx="1009884" cy="257272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컴퓨터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B7BD7DF2-0D59-4A19-02FD-C623278894B2}"/>
              </a:ext>
            </a:extLst>
          </p:cNvPr>
          <p:cNvCxnSpPr>
            <a:cxnSpLocks/>
            <a:stCxn id="50" idx="4"/>
            <a:endCxn id="57" idx="0"/>
          </p:cNvCxnSpPr>
          <p:nvPr/>
        </p:nvCxnSpPr>
        <p:spPr>
          <a:xfrm>
            <a:off x="2704251" y="4968627"/>
            <a:ext cx="0" cy="34973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0CF384B7-E707-ACB8-C794-CDF374E2200B}"/>
              </a:ext>
            </a:extLst>
          </p:cNvPr>
          <p:cNvCxnSpPr>
            <a:stCxn id="83" idx="4"/>
            <a:endCxn id="84" idx="0"/>
          </p:cNvCxnSpPr>
          <p:nvPr/>
        </p:nvCxnSpPr>
        <p:spPr>
          <a:xfrm rot="16200000" flipH="1">
            <a:off x="3024846" y="4834693"/>
            <a:ext cx="522270" cy="427923"/>
          </a:xfrm>
          <a:prstGeom prst="bentConnector3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8E2C9E33-6F2F-5467-AC51-506F61BA6431}"/>
              </a:ext>
            </a:extLst>
          </p:cNvPr>
          <p:cNvCxnSpPr>
            <a:cxnSpLocks/>
            <a:stCxn id="94" idx="6"/>
            <a:endCxn id="95" idx="0"/>
          </p:cNvCxnSpPr>
          <p:nvPr/>
        </p:nvCxnSpPr>
        <p:spPr>
          <a:xfrm>
            <a:off x="3765071" y="4705296"/>
            <a:ext cx="660361" cy="596553"/>
          </a:xfrm>
          <a:prstGeom prst="bentConnector2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D5E3DF6-0351-F31B-2A99-772E4AE5C966}"/>
              </a:ext>
            </a:extLst>
          </p:cNvPr>
          <p:cNvCxnSpPr>
            <a:cxnSpLocks/>
            <a:stCxn id="49" idx="6"/>
            <a:endCxn id="59" idx="1"/>
          </p:cNvCxnSpPr>
          <p:nvPr/>
        </p:nvCxnSpPr>
        <p:spPr>
          <a:xfrm flipV="1">
            <a:off x="4316938" y="4209484"/>
            <a:ext cx="314996" cy="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17F14CD-7397-5F62-950E-5BB135AF1595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154801" y="2324883"/>
            <a:ext cx="21729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760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582B-6826-9A38-CA8B-FDD74D572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07B940-E492-1719-8D65-D6D9195E32A5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AF01FE-0E54-6973-93E9-BB8F7BAA2884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0FB2A21D-92C8-BD14-AB1D-824B3EF8EFC1}"/>
              </a:ext>
            </a:extLst>
          </p:cNvPr>
          <p:cNvSpPr/>
          <p:nvPr/>
        </p:nvSpPr>
        <p:spPr>
          <a:xfrm>
            <a:off x="6433935" y="1288682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가능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교체됨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7F20870-DB4F-CD70-84DB-D0021E80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753CC6-5A03-5D6E-CE0C-D1A416A8DFAD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1F2879-C088-B76B-2B57-7483434409D1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61D28D7-E2D7-342A-8A82-55D27E66AC1E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CB0F1C-8A94-0B4F-B06E-897BA6222BC2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26A461-CA4C-E345-15E4-AAEBA1AA3DF2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2DDE259-B608-5D93-755C-0000AD9ABEAB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BFD7DA-C29B-6966-5249-2336BEF1BA0B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FDCDABB-DF84-37B6-A949-D3653BCC9D8A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20AE105-0BB0-5446-99E8-E6BD2AB6799D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10880E4-41DA-4709-84A8-0AA02824E170}"/>
              </a:ext>
            </a:extLst>
          </p:cNvPr>
          <p:cNvSpPr/>
          <p:nvPr/>
        </p:nvSpPr>
        <p:spPr>
          <a:xfrm>
            <a:off x="1372096" y="205580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46540F8-51C7-85AE-946E-5B06BEE1AACC}"/>
              </a:ext>
            </a:extLst>
          </p:cNvPr>
          <p:cNvSpPr/>
          <p:nvPr/>
        </p:nvSpPr>
        <p:spPr>
          <a:xfrm>
            <a:off x="288155" y="218284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F98D6849-13C1-7EAC-F01C-91167F22EBFF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F0B91EDD-49C3-B1CC-69A4-C0DA7765845B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시설 전력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EA15ED9-41CF-BF69-F952-6AC11B5782E3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A9BC845-DD02-7900-D9EC-085FA654B18E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48EF433-ED24-C7E1-9EB6-F2C9B0CEAEBF}"/>
              </a:ext>
            </a:extLst>
          </p:cNvPr>
          <p:cNvSpPr/>
          <p:nvPr/>
        </p:nvSpPr>
        <p:spPr>
          <a:xfrm>
            <a:off x="3829903" y="3965967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60FA53A-0B86-D356-E2B1-FCE0CCDE5492}"/>
              </a:ext>
            </a:extLst>
          </p:cNvPr>
          <p:cNvSpPr/>
          <p:nvPr/>
        </p:nvSpPr>
        <p:spPr>
          <a:xfrm>
            <a:off x="2509237" y="4578599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4596267F-64A2-B0C5-FF71-3C18C34AFBF2}"/>
              </a:ext>
            </a:extLst>
          </p:cNvPr>
          <p:cNvSpPr/>
          <p:nvPr/>
        </p:nvSpPr>
        <p:spPr>
          <a:xfrm>
            <a:off x="2329105" y="5318365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</a:t>
            </a: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8509B6DB-F4F9-E305-1276-8DC2A59A747B}"/>
              </a:ext>
            </a:extLst>
          </p:cNvPr>
          <p:cNvSpPr/>
          <p:nvPr/>
        </p:nvSpPr>
        <p:spPr>
          <a:xfrm>
            <a:off x="4631934" y="4089106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전류 퍼즐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18DC3B10-F90B-E051-C7DE-356462E311F5}"/>
              </a:ext>
            </a:extLst>
          </p:cNvPr>
          <p:cNvSpPr/>
          <p:nvPr/>
        </p:nvSpPr>
        <p:spPr>
          <a:xfrm>
            <a:off x="2877006" y="439749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순서도: 처리 83">
            <a:extLst>
              <a:ext uri="{FF2B5EF4-FFF2-40B4-BE49-F238E27FC236}">
                <a16:creationId xmlns:a16="http://schemas.microsoft.com/office/drawing/2014/main" id="{D25FF785-4722-D9A7-9DA1-367F94E542D3}"/>
              </a:ext>
            </a:extLst>
          </p:cNvPr>
          <p:cNvSpPr/>
          <p:nvPr/>
        </p:nvSpPr>
        <p:spPr>
          <a:xfrm>
            <a:off x="3260107" y="5309790"/>
            <a:ext cx="479671" cy="25727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</a:t>
            </a: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0C64B44B-F1C1-2621-88CD-4876EC52F696}"/>
              </a:ext>
            </a:extLst>
          </p:cNvPr>
          <p:cNvSpPr/>
          <p:nvPr/>
        </p:nvSpPr>
        <p:spPr>
          <a:xfrm>
            <a:off x="3375043" y="451028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9AE39AC7-B3E4-50B3-01C7-94EE584DE8DE}"/>
              </a:ext>
            </a:extLst>
          </p:cNvPr>
          <p:cNvSpPr/>
          <p:nvPr/>
        </p:nvSpPr>
        <p:spPr>
          <a:xfrm>
            <a:off x="3920490" y="5301849"/>
            <a:ext cx="1009884" cy="257272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컴퓨터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68A5EE0-8DC4-DC56-074C-4F4E7D79AFD0}"/>
              </a:ext>
            </a:extLst>
          </p:cNvPr>
          <p:cNvCxnSpPr>
            <a:cxnSpLocks/>
            <a:stCxn id="50" idx="4"/>
            <a:endCxn id="57" idx="0"/>
          </p:cNvCxnSpPr>
          <p:nvPr/>
        </p:nvCxnSpPr>
        <p:spPr>
          <a:xfrm>
            <a:off x="2704251" y="4968627"/>
            <a:ext cx="0" cy="34973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F6B51886-FC17-C2A5-F534-78CF74177AFA}"/>
              </a:ext>
            </a:extLst>
          </p:cNvPr>
          <p:cNvCxnSpPr>
            <a:stCxn id="83" idx="4"/>
            <a:endCxn id="84" idx="0"/>
          </p:cNvCxnSpPr>
          <p:nvPr/>
        </p:nvCxnSpPr>
        <p:spPr>
          <a:xfrm rot="16200000" flipH="1">
            <a:off x="3024846" y="4834693"/>
            <a:ext cx="522270" cy="427923"/>
          </a:xfrm>
          <a:prstGeom prst="bentConnector3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2A01909C-FAE1-45C1-CEA0-E40E1B5F76B1}"/>
              </a:ext>
            </a:extLst>
          </p:cNvPr>
          <p:cNvCxnSpPr>
            <a:cxnSpLocks/>
            <a:stCxn id="94" idx="6"/>
            <a:endCxn id="95" idx="0"/>
          </p:cNvCxnSpPr>
          <p:nvPr/>
        </p:nvCxnSpPr>
        <p:spPr>
          <a:xfrm>
            <a:off x="3765071" y="4705296"/>
            <a:ext cx="660361" cy="596553"/>
          </a:xfrm>
          <a:prstGeom prst="bentConnector2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0BDDA876-470C-D7CC-23B9-47A9A9FECB00}"/>
              </a:ext>
            </a:extLst>
          </p:cNvPr>
          <p:cNvCxnSpPr>
            <a:cxnSpLocks/>
            <a:stCxn id="49" idx="6"/>
            <a:endCxn id="59" idx="1"/>
          </p:cNvCxnSpPr>
          <p:nvPr/>
        </p:nvCxnSpPr>
        <p:spPr>
          <a:xfrm flipV="1">
            <a:off x="4316938" y="4209484"/>
            <a:ext cx="314996" cy="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8590817-5AA4-7CEF-D612-9E4F29F0C117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154801" y="2324883"/>
            <a:ext cx="21729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961C944D-DABB-4A0C-2FDF-AB7239566AD5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컴퓨터와 상호작용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259A965-BE5A-46B8-4C56-C1C17F648B0C}"/>
              </a:ext>
            </a:extLst>
          </p:cNvPr>
          <p:cNvCxnSpPr>
            <a:cxnSpLocks/>
          </p:cNvCxnSpPr>
          <p:nvPr/>
        </p:nvCxnSpPr>
        <p:spPr>
          <a:xfrm>
            <a:off x="7139709" y="3086118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5E3520F4-6034-6AA2-1BF7-F26962FF81D2}"/>
              </a:ext>
            </a:extLst>
          </p:cNvPr>
          <p:cNvSpPr/>
          <p:nvPr/>
        </p:nvSpPr>
        <p:spPr>
          <a:xfrm>
            <a:off x="6433935" y="342305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3179D4A-4102-5CA4-FBBF-5B9B1899A0E0}"/>
              </a:ext>
            </a:extLst>
          </p:cNvPr>
          <p:cNvCxnSpPr>
            <a:cxnSpLocks/>
          </p:cNvCxnSpPr>
          <p:nvPr/>
        </p:nvCxnSpPr>
        <p:spPr>
          <a:xfrm>
            <a:off x="7139709" y="3923135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문서 15">
            <a:extLst>
              <a:ext uri="{FF2B5EF4-FFF2-40B4-BE49-F238E27FC236}">
                <a16:creationId xmlns:a16="http://schemas.microsoft.com/office/drawing/2014/main" id="{3BC074B0-9320-0A5D-44B1-216FAF998604}"/>
              </a:ext>
            </a:extLst>
          </p:cNvPr>
          <p:cNvSpPr/>
          <p:nvPr/>
        </p:nvSpPr>
        <p:spPr>
          <a:xfrm>
            <a:off x="5920509" y="4039886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56B2871A-C4DD-3DC5-298B-6F2EC40D2B38}"/>
              </a:ext>
            </a:extLst>
          </p:cNvPr>
          <p:cNvSpPr/>
          <p:nvPr/>
        </p:nvSpPr>
        <p:spPr>
          <a:xfrm>
            <a:off x="6433935" y="4712191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F70200-C411-0B92-ADF6-2BC5117C4560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43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3A9A-B342-2D53-A4FA-2E76BD34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EB301C-E0DA-7548-0899-19426BB0550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88CA8A-72BD-F62C-CDD5-003ADB6E0E49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43FBD260-7B64-B698-3D4F-53FDBCA13CAC}"/>
              </a:ext>
            </a:extLst>
          </p:cNvPr>
          <p:cNvSpPr/>
          <p:nvPr/>
        </p:nvSpPr>
        <p:spPr>
          <a:xfrm>
            <a:off x="6433935" y="1288682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가능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교체됨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A79DCB8-674C-5A33-6F86-83F82C0D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22AAE04-BE06-1878-54A7-F405E30217DE}"/>
              </a:ext>
            </a:extLst>
          </p:cNvPr>
          <p:cNvCxnSpPr>
            <a:cxnSpLocks/>
          </p:cNvCxnSpPr>
          <p:nvPr/>
        </p:nvCxnSpPr>
        <p:spPr>
          <a:xfrm>
            <a:off x="2587520" y="4304145"/>
            <a:ext cx="7775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13B9332-C550-0F93-F171-D82AAA6743CC}"/>
              </a:ext>
            </a:extLst>
          </p:cNvPr>
          <p:cNvCxnSpPr>
            <a:cxnSpLocks/>
          </p:cNvCxnSpPr>
          <p:nvPr/>
        </p:nvCxnSpPr>
        <p:spPr>
          <a:xfrm flipV="1">
            <a:off x="2587520" y="2370910"/>
            <a:ext cx="0" cy="193323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54951A7-7FE3-A0BE-71BE-95531EE2BA85}"/>
              </a:ext>
            </a:extLst>
          </p:cNvPr>
          <p:cNvCxnSpPr>
            <a:cxnSpLocks/>
          </p:cNvCxnSpPr>
          <p:nvPr/>
        </p:nvCxnSpPr>
        <p:spPr>
          <a:xfrm>
            <a:off x="1906621" y="2380920"/>
            <a:ext cx="68089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0D8C1D5-EF8F-B5C3-0715-24081D5D1184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B893CC6C-CD8D-F94B-5BB2-A0E59E7B2732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시설 전력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D1E7A3A-FB93-6C21-6930-4C4B6411A45D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91E406D-C6D2-7EAF-EBD6-23CB910F8E9A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6E54B1F-A35A-C66C-13B8-F6EEF9C4D3BA}"/>
              </a:ext>
            </a:extLst>
          </p:cNvPr>
          <p:cNvCxnSpPr>
            <a:cxnSpLocks/>
          </p:cNvCxnSpPr>
          <p:nvPr/>
        </p:nvCxnSpPr>
        <p:spPr>
          <a:xfrm flipV="1">
            <a:off x="3647835" y="2218119"/>
            <a:ext cx="0" cy="208602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6862406-9F3A-0E08-A9D7-525FC23F3B2D}"/>
              </a:ext>
            </a:extLst>
          </p:cNvPr>
          <p:cNvCxnSpPr>
            <a:cxnSpLocks/>
          </p:cNvCxnSpPr>
          <p:nvPr/>
        </p:nvCxnSpPr>
        <p:spPr>
          <a:xfrm flipH="1">
            <a:off x="1906621" y="2218119"/>
            <a:ext cx="1741214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4D72DE74-38CC-B717-5163-4E63232CC0FE}"/>
              </a:ext>
            </a:extLst>
          </p:cNvPr>
          <p:cNvSpPr/>
          <p:nvPr/>
        </p:nvSpPr>
        <p:spPr>
          <a:xfrm>
            <a:off x="2657239" y="3873364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8FE451E-3100-8F71-C325-99E295420F1E}"/>
              </a:ext>
            </a:extLst>
          </p:cNvPr>
          <p:cNvSpPr/>
          <p:nvPr/>
        </p:nvSpPr>
        <p:spPr>
          <a:xfrm>
            <a:off x="3213491" y="2292605"/>
            <a:ext cx="390028" cy="3900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22B8AA58-A186-F2B8-E3BB-6A9BA4363364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컴퓨터와 상호작용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ADA9AF1-91E7-4CB7-59E9-FD09F861DDE0}"/>
              </a:ext>
            </a:extLst>
          </p:cNvPr>
          <p:cNvCxnSpPr>
            <a:cxnSpLocks/>
          </p:cNvCxnSpPr>
          <p:nvPr/>
        </p:nvCxnSpPr>
        <p:spPr>
          <a:xfrm>
            <a:off x="7139709" y="3086118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52D97D6-D62F-67A9-E351-BF0AE4F95CCC}"/>
              </a:ext>
            </a:extLst>
          </p:cNvPr>
          <p:cNvSpPr/>
          <p:nvPr/>
        </p:nvSpPr>
        <p:spPr>
          <a:xfrm>
            <a:off x="6433935" y="342305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7050D36-7BF8-FA0F-ACEC-BA05BCDE95B5}"/>
              </a:ext>
            </a:extLst>
          </p:cNvPr>
          <p:cNvCxnSpPr>
            <a:cxnSpLocks/>
          </p:cNvCxnSpPr>
          <p:nvPr/>
        </p:nvCxnSpPr>
        <p:spPr>
          <a:xfrm>
            <a:off x="7139709" y="3923135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문서 15">
            <a:extLst>
              <a:ext uri="{FF2B5EF4-FFF2-40B4-BE49-F238E27FC236}">
                <a16:creationId xmlns:a16="http://schemas.microsoft.com/office/drawing/2014/main" id="{4CEBCC12-6F36-B3F9-5CCF-52C210FA9F65}"/>
              </a:ext>
            </a:extLst>
          </p:cNvPr>
          <p:cNvSpPr/>
          <p:nvPr/>
        </p:nvSpPr>
        <p:spPr>
          <a:xfrm>
            <a:off x="5920509" y="4039886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7C5E8558-A383-B1A7-4E28-FEBD5A8A0B2F}"/>
              </a:ext>
            </a:extLst>
          </p:cNvPr>
          <p:cNvSpPr/>
          <p:nvPr/>
        </p:nvSpPr>
        <p:spPr>
          <a:xfrm>
            <a:off x="6433935" y="4712191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5DFFB2-4AD2-730B-CB78-72B34265C7BB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666D45-667A-8822-B929-AAB37B6791C3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A06625-5745-71E2-6974-394B658F1B6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EF99387-7130-18D2-2636-02F393F70586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0083F280-FBCE-1D85-2C84-807335835F34}"/>
              </a:ext>
            </a:extLst>
          </p:cNvPr>
          <p:cNvSpPr/>
          <p:nvPr/>
        </p:nvSpPr>
        <p:spPr>
          <a:xfrm>
            <a:off x="1372096" y="205580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F97398-A4CE-9194-C90D-AD512315D9AC}"/>
              </a:ext>
            </a:extLst>
          </p:cNvPr>
          <p:cNvSpPr/>
          <p:nvPr/>
        </p:nvSpPr>
        <p:spPr>
          <a:xfrm>
            <a:off x="288155" y="218284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D39826-BD90-9F0B-690A-1EF4FD682E07}"/>
              </a:ext>
            </a:extLst>
          </p:cNvPr>
          <p:cNvCxnSpPr>
            <a:cxnSpLocks/>
            <a:stCxn id="14" idx="3"/>
            <a:endCxn id="11" idx="2"/>
          </p:cNvCxnSpPr>
          <p:nvPr/>
        </p:nvCxnSpPr>
        <p:spPr>
          <a:xfrm>
            <a:off x="1154801" y="2324883"/>
            <a:ext cx="21729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21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98C1-C95B-154E-E6CD-AF067E24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8E4E3C4-08F4-713A-7CB9-069B80D05151}"/>
              </a:ext>
            </a:extLst>
          </p:cNvPr>
          <p:cNvSpPr/>
          <p:nvPr/>
        </p:nvSpPr>
        <p:spPr>
          <a:xfrm>
            <a:off x="5590472" y="537902"/>
            <a:ext cx="6053501" cy="6200232"/>
          </a:xfrm>
          <a:custGeom>
            <a:avLst/>
            <a:gdLst>
              <a:gd name="connsiteX0" fmla="*/ 0 w 6053501"/>
              <a:gd name="connsiteY0" fmla="*/ 0 h 6200232"/>
              <a:gd name="connsiteX1" fmla="*/ 2955029 w 6053501"/>
              <a:gd name="connsiteY1" fmla="*/ 0 h 6200232"/>
              <a:gd name="connsiteX2" fmla="*/ 3098472 w 6053501"/>
              <a:gd name="connsiteY2" fmla="*/ 0 h 6200232"/>
              <a:gd name="connsiteX3" fmla="*/ 6053501 w 6053501"/>
              <a:gd name="connsiteY3" fmla="*/ 0 h 6200232"/>
              <a:gd name="connsiteX4" fmla="*/ 6053501 w 6053501"/>
              <a:gd name="connsiteY4" fmla="*/ 2767271 h 6200232"/>
              <a:gd name="connsiteX5" fmla="*/ 3098472 w 6053501"/>
              <a:gd name="connsiteY5" fmla="*/ 2767271 h 6200232"/>
              <a:gd name="connsiteX6" fmla="*/ 3098472 w 6053501"/>
              <a:gd name="connsiteY6" fmla="*/ 6200232 h 6200232"/>
              <a:gd name="connsiteX7" fmla="*/ 0 w 6053501"/>
              <a:gd name="connsiteY7" fmla="*/ 6200232 h 6200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3501" h="6200232">
                <a:moveTo>
                  <a:pt x="0" y="0"/>
                </a:moveTo>
                <a:lnTo>
                  <a:pt x="2955029" y="0"/>
                </a:lnTo>
                <a:lnTo>
                  <a:pt x="3098472" y="0"/>
                </a:lnTo>
                <a:lnTo>
                  <a:pt x="6053501" y="0"/>
                </a:lnTo>
                <a:lnTo>
                  <a:pt x="6053501" y="2767271"/>
                </a:lnTo>
                <a:lnTo>
                  <a:pt x="3098472" y="2767271"/>
                </a:lnTo>
                <a:lnTo>
                  <a:pt x="3098472" y="6200232"/>
                </a:lnTo>
                <a:lnTo>
                  <a:pt x="0" y="62002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A479FE-19B2-5090-F33D-F4D646E60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04" y="1323746"/>
            <a:ext cx="3998754" cy="384396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44EBE5-0277-E407-051D-6FAC0ADA4ADA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DDBF03-A416-CAF3-C2E2-F1D15643D020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217AF4-936D-4BF6-33AA-7A5B7C1C42E1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DD72EF-207D-F0F7-0030-EC8F2703E739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DB3046-C0B6-DFD0-E0C5-76F8DF8B0227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A82F440-E2EB-F26E-076E-A16D92B80126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F7662B5-BB87-AD8D-0C85-892BA098B802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8F1341-8EF6-DD55-B9F4-8D72C6C67A4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447AD9F-B91A-9908-7AC9-43D5DA36B3AD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D145D26-7F98-6E4E-E31B-70E0C87CD2EE}"/>
              </a:ext>
            </a:extLst>
          </p:cNvPr>
          <p:cNvSpPr/>
          <p:nvPr/>
        </p:nvSpPr>
        <p:spPr>
          <a:xfrm>
            <a:off x="1876686" y="3681109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64AFDB-5167-7032-33C5-C162D80298F4}"/>
              </a:ext>
            </a:extLst>
          </p:cNvPr>
          <p:cNvSpPr/>
          <p:nvPr/>
        </p:nvSpPr>
        <p:spPr>
          <a:xfrm>
            <a:off x="88659" y="3808144"/>
            <a:ext cx="1273794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60AE078-7630-852C-931C-E4BE8CFDCF27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FC98221-4E84-F7A4-6CFF-EBD6DA2C3E53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661E3291-904F-D4F9-BF23-888CD6B605F5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362453" y="3950187"/>
            <a:ext cx="514233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3E4070-9F88-E536-9247-B11E04F6FC82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-1]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22A4378-447B-23ED-108C-7E4A723ADA2C}"/>
              </a:ext>
            </a:extLst>
          </p:cNvPr>
          <p:cNvSpPr/>
          <p:nvPr/>
        </p:nvSpPr>
        <p:spPr>
          <a:xfrm>
            <a:off x="2468369" y="3486095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7E4E602-C414-5FD5-F14D-2C196AF8EB6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2663383" y="3176891"/>
            <a:ext cx="0" cy="30920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5E8C2862-2438-175B-556C-B0BB9FC9602F}"/>
              </a:ext>
            </a:extLst>
          </p:cNvPr>
          <p:cNvSpPr/>
          <p:nvPr/>
        </p:nvSpPr>
        <p:spPr>
          <a:xfrm>
            <a:off x="2080645" y="2936136"/>
            <a:ext cx="1165476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FCF1ABE-609E-FF7D-50E8-8E313E50B261}"/>
              </a:ext>
            </a:extLst>
          </p:cNvPr>
          <p:cNvSpPr/>
          <p:nvPr/>
        </p:nvSpPr>
        <p:spPr>
          <a:xfrm>
            <a:off x="5103941" y="2881720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1433593-D470-A3AD-E617-FB0E2FB72DA8}"/>
              </a:ext>
            </a:extLst>
          </p:cNvPr>
          <p:cNvCxnSpPr>
            <a:cxnSpLocks/>
            <a:stCxn id="46" idx="0"/>
            <a:endCxn id="52" idx="2"/>
          </p:cNvCxnSpPr>
          <p:nvPr/>
        </p:nvCxnSpPr>
        <p:spPr>
          <a:xfrm flipV="1">
            <a:off x="5298955" y="2694274"/>
            <a:ext cx="0" cy="187446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2B3F097A-66D2-9010-FFAB-796448E370BC}"/>
              </a:ext>
            </a:extLst>
          </p:cNvPr>
          <p:cNvSpPr/>
          <p:nvPr/>
        </p:nvSpPr>
        <p:spPr>
          <a:xfrm>
            <a:off x="4733560" y="2453519"/>
            <a:ext cx="1130790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</a:t>
            </a:r>
            <a:r>
              <a:rPr lang="ko-KR" altLang="en-US"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보관함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메모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1C2BD15C-905F-4ACE-1714-769272238D0E}"/>
              </a:ext>
            </a:extLst>
          </p:cNvPr>
          <p:cNvSpPr/>
          <p:nvPr/>
        </p:nvSpPr>
        <p:spPr>
          <a:xfrm>
            <a:off x="5072908" y="353906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2397917-CCAC-EE9A-B4B7-AB852EF67672}"/>
              </a:ext>
            </a:extLst>
          </p:cNvPr>
          <p:cNvSpPr/>
          <p:nvPr/>
        </p:nvSpPr>
        <p:spPr>
          <a:xfrm>
            <a:off x="4955810" y="5435026"/>
            <a:ext cx="772352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1424A92-525F-88E0-C870-1CE6325406DC}"/>
              </a:ext>
            </a:extLst>
          </p:cNvPr>
          <p:cNvCxnSpPr>
            <a:cxnSpLocks/>
            <a:endCxn id="73" idx="4"/>
          </p:cNvCxnSpPr>
          <p:nvPr/>
        </p:nvCxnSpPr>
        <p:spPr>
          <a:xfrm flipH="1" flipV="1">
            <a:off x="5341987" y="4077222"/>
            <a:ext cx="7095" cy="1368657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74CCDA5D-BED3-B031-6583-621537949DE6}"/>
              </a:ext>
            </a:extLst>
          </p:cNvPr>
          <p:cNvSpPr/>
          <p:nvPr/>
        </p:nvSpPr>
        <p:spPr>
          <a:xfrm>
            <a:off x="4058743" y="1213256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순서도: 처리 91">
            <a:extLst>
              <a:ext uri="{FF2B5EF4-FFF2-40B4-BE49-F238E27FC236}">
                <a16:creationId xmlns:a16="http://schemas.microsoft.com/office/drawing/2014/main" id="{2819A5C4-4883-6112-6ED1-E8B1658D7ECF}"/>
              </a:ext>
            </a:extLst>
          </p:cNvPr>
          <p:cNvSpPr/>
          <p:nvPr/>
        </p:nvSpPr>
        <p:spPr>
          <a:xfrm>
            <a:off x="3881220" y="653847"/>
            <a:ext cx="842080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퍼즐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D85B836-64D6-77E9-3762-33CBA2F06701}"/>
              </a:ext>
            </a:extLst>
          </p:cNvPr>
          <p:cNvCxnSpPr>
            <a:cxnSpLocks/>
            <a:stCxn id="91" idx="0"/>
          </p:cNvCxnSpPr>
          <p:nvPr/>
        </p:nvCxnSpPr>
        <p:spPr>
          <a:xfrm flipH="1" flipV="1">
            <a:off x="4302260" y="905522"/>
            <a:ext cx="1" cy="30773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타원 107">
            <a:extLst>
              <a:ext uri="{FF2B5EF4-FFF2-40B4-BE49-F238E27FC236}">
                <a16:creationId xmlns:a16="http://schemas.microsoft.com/office/drawing/2014/main" id="{1976F24C-87C3-A4F4-40E2-BBF685BFEE36}"/>
              </a:ext>
            </a:extLst>
          </p:cNvPr>
          <p:cNvSpPr/>
          <p:nvPr/>
        </p:nvSpPr>
        <p:spPr>
          <a:xfrm>
            <a:off x="3603350" y="2962401"/>
            <a:ext cx="618694" cy="61869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9D9DA032-6714-C72F-8B82-E80D4031CAFE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912697" y="2694274"/>
            <a:ext cx="0" cy="268127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AF6D70-A0DD-A9AF-8FA9-114DCAD56721}"/>
              </a:ext>
            </a:extLst>
          </p:cNvPr>
          <p:cNvSpPr/>
          <p:nvPr/>
        </p:nvSpPr>
        <p:spPr>
          <a:xfrm>
            <a:off x="9487735" y="5553522"/>
            <a:ext cx="253769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비고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88774F8-20D1-A38D-9496-8ECF1C6B3142}"/>
              </a:ext>
            </a:extLst>
          </p:cNvPr>
          <p:cNvSpPr/>
          <p:nvPr/>
        </p:nvSpPr>
        <p:spPr>
          <a:xfrm>
            <a:off x="9487734" y="5837608"/>
            <a:ext cx="2537691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보관함은 로비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회의실의 퍼즐을 풀고 획득하는 키 아이템 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개가 있어야 열 수 있음</a:t>
            </a:r>
          </a:p>
        </p:txBody>
      </p:sp>
      <p:sp>
        <p:nvSpPr>
          <p:cNvPr id="114" name="순서도: 처리 113">
            <a:extLst>
              <a:ext uri="{FF2B5EF4-FFF2-40B4-BE49-F238E27FC236}">
                <a16:creationId xmlns:a16="http://schemas.microsoft.com/office/drawing/2014/main" id="{76CE3A97-6FE1-C0C4-85BD-C5CF936DA5D4}"/>
              </a:ext>
            </a:extLst>
          </p:cNvPr>
          <p:cNvSpPr/>
          <p:nvPr/>
        </p:nvSpPr>
        <p:spPr>
          <a:xfrm>
            <a:off x="3209611" y="2406079"/>
            <a:ext cx="1443174" cy="350312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 데스크 컴퓨터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상승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파이프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퍼즐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655EA5-1CE2-4BEF-0625-928AFA8388FB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9B586F6F-9C21-0F9B-625C-32E9E8A619F7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E778E2F-1965-3917-97D9-0611014501BF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순서도: 문서 22">
            <a:extLst>
              <a:ext uri="{FF2B5EF4-FFF2-40B4-BE49-F238E27FC236}">
                <a16:creationId xmlns:a16="http://schemas.microsoft.com/office/drawing/2014/main" id="{08DBE06A-B092-AECC-0EF3-B2423296EDAF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D7EF1925-7106-6967-A89D-B3836FCE44A3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패널과 상호작용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3C898B9-D3DF-30CE-A582-B811C4BA1492}"/>
              </a:ext>
            </a:extLst>
          </p:cNvPr>
          <p:cNvCxnSpPr>
            <a:cxnSpLocks/>
          </p:cNvCxnSpPr>
          <p:nvPr/>
        </p:nvCxnSpPr>
        <p:spPr>
          <a:xfrm>
            <a:off x="7139709" y="3076734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순서도: 문서 35">
            <a:extLst>
              <a:ext uri="{FF2B5EF4-FFF2-40B4-BE49-F238E27FC236}">
                <a16:creationId xmlns:a16="http://schemas.microsoft.com/office/drawing/2014/main" id="{C7F93614-EE1D-CCBA-1D2C-AACC31EBF4AB}"/>
              </a:ext>
            </a:extLst>
          </p:cNvPr>
          <p:cNvSpPr/>
          <p:nvPr/>
        </p:nvSpPr>
        <p:spPr>
          <a:xfrm>
            <a:off x="5920509" y="3193485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엘리베이터에 전력을 공급할 방법을 찾기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순서도: 처리 36">
            <a:extLst>
              <a:ext uri="{FF2B5EF4-FFF2-40B4-BE49-F238E27FC236}">
                <a16:creationId xmlns:a16="http://schemas.microsoft.com/office/drawing/2014/main" id="{D53EE9ED-0A66-81AE-A02F-E417A5A77480}"/>
              </a:ext>
            </a:extLst>
          </p:cNvPr>
          <p:cNvSpPr/>
          <p:nvPr/>
        </p:nvSpPr>
        <p:spPr>
          <a:xfrm>
            <a:off x="6433935" y="386579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77B101CD-C5E7-A212-5814-69EE22D83EAB}"/>
              </a:ext>
            </a:extLst>
          </p:cNvPr>
          <p:cNvSpPr/>
          <p:nvPr/>
        </p:nvSpPr>
        <p:spPr>
          <a:xfrm>
            <a:off x="9181779" y="3439590"/>
            <a:ext cx="2290618" cy="136101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퓨즈 보관함 주변으로 갈 시 카메라가 퓨즈 보관함에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고정됨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무언가 발견한 듯한 효과음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상호작용 시 종이가 펄럭이는 소리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1268F26-06E1-11A9-DFD7-7F7F2CCAD6F5}"/>
              </a:ext>
            </a:extLst>
          </p:cNvPr>
          <p:cNvCxnSpPr>
            <a:cxnSpLocks/>
          </p:cNvCxnSpPr>
          <p:nvPr/>
        </p:nvCxnSpPr>
        <p:spPr>
          <a:xfrm>
            <a:off x="7855553" y="4114349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DA9A809-6A6A-A6FA-467A-711AE56019AE}"/>
              </a:ext>
            </a:extLst>
          </p:cNvPr>
          <p:cNvCxnSpPr>
            <a:cxnSpLocks/>
          </p:cNvCxnSpPr>
          <p:nvPr/>
        </p:nvCxnSpPr>
        <p:spPr>
          <a:xfrm>
            <a:off x="7139709" y="4362939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순서도: 처리 40">
            <a:extLst>
              <a:ext uri="{FF2B5EF4-FFF2-40B4-BE49-F238E27FC236}">
                <a16:creationId xmlns:a16="http://schemas.microsoft.com/office/drawing/2014/main" id="{1BEC41FB-781D-8464-0931-81A260BAD617}"/>
              </a:ext>
            </a:extLst>
          </p:cNvPr>
          <p:cNvSpPr/>
          <p:nvPr/>
        </p:nvSpPr>
        <p:spPr>
          <a:xfrm>
            <a:off x="6433935" y="470386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상승 퍼즐 해결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권한으로 상승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554832D-708F-9BFC-6E07-B20DE67A8767}"/>
              </a:ext>
            </a:extLst>
          </p:cNvPr>
          <p:cNvCxnSpPr>
            <a:cxnSpLocks/>
          </p:cNvCxnSpPr>
          <p:nvPr/>
        </p:nvCxnSpPr>
        <p:spPr>
          <a:xfrm>
            <a:off x="7139709" y="52010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63BB71B0-F6E6-FC56-3DBE-BABF54F7CADA}"/>
              </a:ext>
            </a:extLst>
          </p:cNvPr>
          <p:cNvSpPr/>
          <p:nvPr/>
        </p:nvSpPr>
        <p:spPr>
          <a:xfrm>
            <a:off x="6433935" y="55419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퍼즐을 해결해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sp>
        <p:nvSpPr>
          <p:cNvPr id="47" name="순서도: 판단 46">
            <a:extLst>
              <a:ext uri="{FF2B5EF4-FFF2-40B4-BE49-F238E27FC236}">
                <a16:creationId xmlns:a16="http://schemas.microsoft.com/office/drawing/2014/main" id="{823C9F34-665D-9609-13CD-2213676E78E2}"/>
              </a:ext>
            </a:extLst>
          </p:cNvPr>
          <p:cNvSpPr/>
          <p:nvPr/>
        </p:nvSpPr>
        <p:spPr>
          <a:xfrm>
            <a:off x="9394718" y="680222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열쇠를 모두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9AD9DC-7CA2-4B3C-A571-43A59C9AF906}"/>
              </a:ext>
            </a:extLst>
          </p:cNvPr>
          <p:cNvSpPr txBox="1"/>
          <p:nvPr/>
        </p:nvSpPr>
        <p:spPr>
          <a:xfrm>
            <a:off x="8829649" y="203312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532C17-5B26-BCD8-6163-32A334B9E516}"/>
              </a:ext>
            </a:extLst>
          </p:cNvPr>
          <p:cNvSpPr txBox="1"/>
          <p:nvPr/>
        </p:nvSpPr>
        <p:spPr>
          <a:xfrm>
            <a:off x="10283693" y="1544782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1981970-8378-15B7-642E-C2F9911001A7}"/>
              </a:ext>
            </a:extLst>
          </p:cNvPr>
          <p:cNvCxnSpPr>
            <a:cxnSpLocks/>
          </p:cNvCxnSpPr>
          <p:nvPr/>
        </p:nvCxnSpPr>
        <p:spPr>
          <a:xfrm flipH="1">
            <a:off x="10273039" y="1559110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28373CB1-12F2-363C-2B71-5C94B528CE0E}"/>
              </a:ext>
            </a:extLst>
          </p:cNvPr>
          <p:cNvSpPr/>
          <p:nvPr/>
        </p:nvSpPr>
        <p:spPr>
          <a:xfrm>
            <a:off x="9567265" y="185725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개봉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84D82D29-6828-E7AC-F4B3-1F715C48A8F6}"/>
              </a:ext>
            </a:extLst>
          </p:cNvPr>
          <p:cNvCxnSpPr>
            <a:cxnSpLocks/>
            <a:stCxn id="47" idx="1"/>
            <a:endCxn id="55" idx="1"/>
          </p:cNvCxnSpPr>
          <p:nvPr/>
        </p:nvCxnSpPr>
        <p:spPr>
          <a:xfrm rot="10800000" flipH="1" flipV="1">
            <a:off x="9394717" y="1119666"/>
            <a:ext cx="172547" cy="1778224"/>
          </a:xfrm>
          <a:prstGeom prst="bentConnector3">
            <a:avLst>
              <a:gd name="adj1" fmla="val -1324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FB66683A-EE71-D737-4517-A46E11EA0E2F}"/>
              </a:ext>
            </a:extLst>
          </p:cNvPr>
          <p:cNvSpPr/>
          <p:nvPr/>
        </p:nvSpPr>
        <p:spPr>
          <a:xfrm>
            <a:off x="9567265" y="264931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수술실로 이동</a:t>
            </a: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441E9DD0-A0D2-47B2-D07D-FB70111716D9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rot="5400000" flipH="1" flipV="1">
            <a:off x="6031699" y="1788231"/>
            <a:ext cx="5358873" cy="3142855"/>
          </a:xfrm>
          <a:prstGeom prst="bentConnector5">
            <a:avLst>
              <a:gd name="adj1" fmla="val -6043"/>
              <a:gd name="adj2" fmla="val 43466"/>
              <a:gd name="adj3" fmla="val 1088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45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8C9B-9C53-C32D-E8B8-4F0265197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269FD0C-17D5-2A79-EFD2-5D988817FDBC}"/>
              </a:ext>
            </a:extLst>
          </p:cNvPr>
          <p:cNvSpPr/>
          <p:nvPr/>
        </p:nvSpPr>
        <p:spPr>
          <a:xfrm>
            <a:off x="5590472" y="537902"/>
            <a:ext cx="6053501" cy="6200232"/>
          </a:xfrm>
          <a:custGeom>
            <a:avLst/>
            <a:gdLst>
              <a:gd name="connsiteX0" fmla="*/ 0 w 6053501"/>
              <a:gd name="connsiteY0" fmla="*/ 0 h 6200232"/>
              <a:gd name="connsiteX1" fmla="*/ 2955029 w 6053501"/>
              <a:gd name="connsiteY1" fmla="*/ 0 h 6200232"/>
              <a:gd name="connsiteX2" fmla="*/ 3098472 w 6053501"/>
              <a:gd name="connsiteY2" fmla="*/ 0 h 6200232"/>
              <a:gd name="connsiteX3" fmla="*/ 6053501 w 6053501"/>
              <a:gd name="connsiteY3" fmla="*/ 0 h 6200232"/>
              <a:gd name="connsiteX4" fmla="*/ 6053501 w 6053501"/>
              <a:gd name="connsiteY4" fmla="*/ 2767271 h 6200232"/>
              <a:gd name="connsiteX5" fmla="*/ 3098472 w 6053501"/>
              <a:gd name="connsiteY5" fmla="*/ 2767271 h 6200232"/>
              <a:gd name="connsiteX6" fmla="*/ 3098472 w 6053501"/>
              <a:gd name="connsiteY6" fmla="*/ 6200232 h 6200232"/>
              <a:gd name="connsiteX7" fmla="*/ 0 w 6053501"/>
              <a:gd name="connsiteY7" fmla="*/ 6200232 h 6200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3501" h="6200232">
                <a:moveTo>
                  <a:pt x="0" y="0"/>
                </a:moveTo>
                <a:lnTo>
                  <a:pt x="2955029" y="0"/>
                </a:lnTo>
                <a:lnTo>
                  <a:pt x="3098472" y="0"/>
                </a:lnTo>
                <a:lnTo>
                  <a:pt x="6053501" y="0"/>
                </a:lnTo>
                <a:lnTo>
                  <a:pt x="6053501" y="2767271"/>
                </a:lnTo>
                <a:lnTo>
                  <a:pt x="3098472" y="2767271"/>
                </a:lnTo>
                <a:lnTo>
                  <a:pt x="3098472" y="6200232"/>
                </a:lnTo>
                <a:lnTo>
                  <a:pt x="0" y="62002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2975BD-2113-7DA4-876D-74E6311DA826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B8F2E136-0E86-19DE-64BC-BAA8972D616D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713DD9-9B42-02FD-9CD7-9D4FF96DB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04" y="1323746"/>
            <a:ext cx="3998754" cy="3843963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9A41CAF-FA8D-6CFE-2D10-F4D0FF1473C2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0D014393-F4E9-0D7B-C0D9-0C5965CFF9A2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A217FAA-C685-723C-D90B-8E77CD94A7DF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D2A2A4-4C7C-607D-E962-6F8109368607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4F731123-5BCF-ED2B-268A-F25067473876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패널과 상호작용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AB446F-6EF5-304E-0D9F-F3F73F047337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7FDEF1C-AC18-80CB-A142-088E640A3AB8}"/>
              </a:ext>
            </a:extLst>
          </p:cNvPr>
          <p:cNvCxnSpPr>
            <a:cxnSpLocks/>
          </p:cNvCxnSpPr>
          <p:nvPr/>
        </p:nvCxnSpPr>
        <p:spPr>
          <a:xfrm>
            <a:off x="7139709" y="3076734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D4543A1F-7207-2890-ACA9-E4ACF9F440B1}"/>
              </a:ext>
            </a:extLst>
          </p:cNvPr>
          <p:cNvSpPr/>
          <p:nvPr/>
        </p:nvSpPr>
        <p:spPr>
          <a:xfrm>
            <a:off x="5920509" y="3193485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엘리베이터에 전력을 공급할 방법을 찾기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95EF6F73-C5AE-4730-8B0B-3AE207F6F9A4}"/>
              </a:ext>
            </a:extLst>
          </p:cNvPr>
          <p:cNvSpPr/>
          <p:nvPr/>
        </p:nvSpPr>
        <p:spPr>
          <a:xfrm>
            <a:off x="6433935" y="386579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</a:p>
        </p:txBody>
      </p:sp>
      <p:sp>
        <p:nvSpPr>
          <p:cNvPr id="87" name="순서도: 처리 86">
            <a:extLst>
              <a:ext uri="{FF2B5EF4-FFF2-40B4-BE49-F238E27FC236}">
                <a16:creationId xmlns:a16="http://schemas.microsoft.com/office/drawing/2014/main" id="{83CD4FB0-417C-D8DB-A7D1-A067235613C6}"/>
              </a:ext>
            </a:extLst>
          </p:cNvPr>
          <p:cNvSpPr/>
          <p:nvPr/>
        </p:nvSpPr>
        <p:spPr>
          <a:xfrm>
            <a:off x="9181779" y="3439590"/>
            <a:ext cx="2290618" cy="136101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퓨즈 보관함 주변으로 갈 시 카메라가 퓨즈 보관함에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고정됨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무언가 발견한 듯한 효과음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상호작용 시 종이가 펄럭이는 소리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C79A431-EC7A-E464-B6B8-C80487DCCBE8}"/>
              </a:ext>
            </a:extLst>
          </p:cNvPr>
          <p:cNvCxnSpPr>
            <a:cxnSpLocks/>
          </p:cNvCxnSpPr>
          <p:nvPr/>
        </p:nvCxnSpPr>
        <p:spPr>
          <a:xfrm>
            <a:off x="7855553" y="4114349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5455D017-3992-2497-25DC-EAE993D4C306}"/>
              </a:ext>
            </a:extLst>
          </p:cNvPr>
          <p:cNvCxnSpPr>
            <a:cxnSpLocks/>
          </p:cNvCxnSpPr>
          <p:nvPr/>
        </p:nvCxnSpPr>
        <p:spPr>
          <a:xfrm>
            <a:off x="7139709" y="4362939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순서도: 처리 114">
            <a:extLst>
              <a:ext uri="{FF2B5EF4-FFF2-40B4-BE49-F238E27FC236}">
                <a16:creationId xmlns:a16="http://schemas.microsoft.com/office/drawing/2014/main" id="{24878F7D-640A-6E4E-932F-9F35759DB173}"/>
              </a:ext>
            </a:extLst>
          </p:cNvPr>
          <p:cNvSpPr/>
          <p:nvPr/>
        </p:nvSpPr>
        <p:spPr>
          <a:xfrm>
            <a:off x="6433935" y="470386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상승 퍼즐 해결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권한으로 상승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7F5469C-F681-CD5C-99FA-BCC3622BE508}"/>
              </a:ext>
            </a:extLst>
          </p:cNvPr>
          <p:cNvCxnSpPr>
            <a:cxnSpLocks/>
          </p:cNvCxnSpPr>
          <p:nvPr/>
        </p:nvCxnSpPr>
        <p:spPr>
          <a:xfrm>
            <a:off x="7139709" y="52010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순서도: 처리 116">
            <a:extLst>
              <a:ext uri="{FF2B5EF4-FFF2-40B4-BE49-F238E27FC236}">
                <a16:creationId xmlns:a16="http://schemas.microsoft.com/office/drawing/2014/main" id="{0699CDAA-6A9B-D29B-085B-5CCC0C5B7FE8}"/>
              </a:ext>
            </a:extLst>
          </p:cNvPr>
          <p:cNvSpPr/>
          <p:nvPr/>
        </p:nvSpPr>
        <p:spPr>
          <a:xfrm>
            <a:off x="6433935" y="55419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퍼즐을 해결해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FC25BF07-9512-ED53-6556-04A2503B3AFA}"/>
              </a:ext>
            </a:extLst>
          </p:cNvPr>
          <p:cNvCxnSpPr>
            <a:cxnSpLocks/>
          </p:cNvCxnSpPr>
          <p:nvPr/>
        </p:nvCxnSpPr>
        <p:spPr>
          <a:xfrm flipH="1">
            <a:off x="2787176" y="3950187"/>
            <a:ext cx="241347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99D45E8D-AC37-E9F3-874C-134DDB01BDB8}"/>
              </a:ext>
            </a:extLst>
          </p:cNvPr>
          <p:cNvCxnSpPr>
            <a:cxnSpLocks/>
          </p:cNvCxnSpPr>
          <p:nvPr/>
        </p:nvCxnSpPr>
        <p:spPr>
          <a:xfrm flipH="1">
            <a:off x="4308505" y="3076734"/>
            <a:ext cx="64730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8EB6BD1B-44AE-DBBA-F4A5-51CE08379F6C}"/>
              </a:ext>
            </a:extLst>
          </p:cNvPr>
          <p:cNvCxnSpPr>
            <a:cxnSpLocks/>
          </p:cNvCxnSpPr>
          <p:nvPr/>
        </p:nvCxnSpPr>
        <p:spPr>
          <a:xfrm flipV="1">
            <a:off x="4314595" y="1700291"/>
            <a:ext cx="0" cy="137644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2F8CD983-3015-875C-9472-2549F82C2E30}"/>
              </a:ext>
            </a:extLst>
          </p:cNvPr>
          <p:cNvCxnSpPr>
            <a:cxnSpLocks/>
          </p:cNvCxnSpPr>
          <p:nvPr/>
        </p:nvCxnSpPr>
        <p:spPr>
          <a:xfrm flipV="1">
            <a:off x="4955810" y="3076734"/>
            <a:ext cx="0" cy="60437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FD2FD110-1707-B9A2-958E-FEE8548CF3BF}"/>
              </a:ext>
            </a:extLst>
          </p:cNvPr>
          <p:cNvCxnSpPr>
            <a:cxnSpLocks/>
          </p:cNvCxnSpPr>
          <p:nvPr/>
        </p:nvCxnSpPr>
        <p:spPr>
          <a:xfrm>
            <a:off x="2950462" y="3681109"/>
            <a:ext cx="200534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73D97A92-D89F-E2C2-5151-8A003EC8A5E4}"/>
              </a:ext>
            </a:extLst>
          </p:cNvPr>
          <p:cNvCxnSpPr>
            <a:cxnSpLocks/>
          </p:cNvCxnSpPr>
          <p:nvPr/>
        </p:nvCxnSpPr>
        <p:spPr>
          <a:xfrm>
            <a:off x="4838700" y="3865790"/>
            <a:ext cx="361950" cy="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28E395A5-DC7E-3D74-715C-E77BE1B0CF16}"/>
              </a:ext>
            </a:extLst>
          </p:cNvPr>
          <p:cNvCxnSpPr>
            <a:cxnSpLocks/>
          </p:cNvCxnSpPr>
          <p:nvPr/>
        </p:nvCxnSpPr>
        <p:spPr>
          <a:xfrm flipV="1">
            <a:off x="4838700" y="2936136"/>
            <a:ext cx="0" cy="94714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61445E9E-5D5E-F20D-1DF2-5BB4F6DCAB66}"/>
              </a:ext>
            </a:extLst>
          </p:cNvPr>
          <p:cNvCxnSpPr>
            <a:cxnSpLocks/>
          </p:cNvCxnSpPr>
          <p:nvPr/>
        </p:nvCxnSpPr>
        <p:spPr>
          <a:xfrm flipH="1">
            <a:off x="4460053" y="2936136"/>
            <a:ext cx="378647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AAD3FED7-6145-3B45-1A6E-9FC2569F2C7A}"/>
              </a:ext>
            </a:extLst>
          </p:cNvPr>
          <p:cNvCxnSpPr>
            <a:cxnSpLocks/>
          </p:cNvCxnSpPr>
          <p:nvPr/>
        </p:nvCxnSpPr>
        <p:spPr>
          <a:xfrm flipV="1">
            <a:off x="4460053" y="1759047"/>
            <a:ext cx="0" cy="1167804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17D8467E-5C9E-E0F9-3D8F-EFF1C6D8A3BE}"/>
              </a:ext>
            </a:extLst>
          </p:cNvPr>
          <p:cNvSpPr/>
          <p:nvPr/>
        </p:nvSpPr>
        <p:spPr>
          <a:xfrm>
            <a:off x="3881220" y="3989304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4E8C44D9-BF8D-6968-A021-CC6C6C489F51}"/>
              </a:ext>
            </a:extLst>
          </p:cNvPr>
          <p:cNvSpPr/>
          <p:nvPr/>
        </p:nvSpPr>
        <p:spPr>
          <a:xfrm>
            <a:off x="4433162" y="3217336"/>
            <a:ext cx="390028" cy="39002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0DAC8FA1-206F-8926-38D7-83BB37ACBD43}"/>
              </a:ext>
            </a:extLst>
          </p:cNvPr>
          <p:cNvSpPr/>
          <p:nvPr/>
        </p:nvSpPr>
        <p:spPr>
          <a:xfrm>
            <a:off x="4605511" y="1875450"/>
            <a:ext cx="390028" cy="39002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39FEF70D-D88D-01E4-A428-02AB0671A312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E75EB44F-EB17-7E39-9D23-93604D72EB39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2F74064-A82A-909A-9019-25A44EEBCB52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AAF666B6-52FB-EC65-7F6A-71BF927D2BE4}"/>
              </a:ext>
            </a:extLst>
          </p:cNvPr>
          <p:cNvSpPr/>
          <p:nvPr/>
        </p:nvSpPr>
        <p:spPr>
          <a:xfrm>
            <a:off x="1876686" y="3681109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44006B-A70A-E94F-A84A-EB8477F70A53}"/>
              </a:ext>
            </a:extLst>
          </p:cNvPr>
          <p:cNvSpPr/>
          <p:nvPr/>
        </p:nvSpPr>
        <p:spPr>
          <a:xfrm>
            <a:off x="88659" y="3808144"/>
            <a:ext cx="1273794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409C85A-D483-A0BD-4CF8-64DAADF1152D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>
            <a:off x="1362453" y="3950187"/>
            <a:ext cx="514233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444FE975-21A6-050C-1757-C75BD9A3FACF}"/>
              </a:ext>
            </a:extLst>
          </p:cNvPr>
          <p:cNvSpPr/>
          <p:nvPr/>
        </p:nvSpPr>
        <p:spPr>
          <a:xfrm>
            <a:off x="5072908" y="353906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57924E-AA07-ED0F-222A-F1C9CCF7354A}"/>
              </a:ext>
            </a:extLst>
          </p:cNvPr>
          <p:cNvSpPr/>
          <p:nvPr/>
        </p:nvSpPr>
        <p:spPr>
          <a:xfrm>
            <a:off x="4955810" y="5435026"/>
            <a:ext cx="772352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3072D1B-DF3A-1F5C-DE68-571BC2F043FF}"/>
              </a:ext>
            </a:extLst>
          </p:cNvPr>
          <p:cNvCxnSpPr>
            <a:cxnSpLocks/>
            <a:endCxn id="11" idx="4"/>
          </p:cNvCxnSpPr>
          <p:nvPr/>
        </p:nvCxnSpPr>
        <p:spPr>
          <a:xfrm flipH="1" flipV="1">
            <a:off x="5341987" y="4077222"/>
            <a:ext cx="7095" cy="1368657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A05D356E-F8FC-9162-DF0E-356156769766}"/>
              </a:ext>
            </a:extLst>
          </p:cNvPr>
          <p:cNvSpPr/>
          <p:nvPr/>
        </p:nvSpPr>
        <p:spPr>
          <a:xfrm>
            <a:off x="9394718" y="680222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열쇠를 모두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F7B4C-9FC3-421F-9D11-316CD2C7EBBF}"/>
              </a:ext>
            </a:extLst>
          </p:cNvPr>
          <p:cNvSpPr txBox="1"/>
          <p:nvPr/>
        </p:nvSpPr>
        <p:spPr>
          <a:xfrm>
            <a:off x="8829649" y="203312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67DCE-AB0E-33B1-59C7-2AEF836DC5BE}"/>
              </a:ext>
            </a:extLst>
          </p:cNvPr>
          <p:cNvSpPr txBox="1"/>
          <p:nvPr/>
        </p:nvSpPr>
        <p:spPr>
          <a:xfrm>
            <a:off x="10283693" y="1544782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777C6EA-C3D0-2262-45A0-6001D961B77D}"/>
              </a:ext>
            </a:extLst>
          </p:cNvPr>
          <p:cNvCxnSpPr>
            <a:cxnSpLocks/>
          </p:cNvCxnSpPr>
          <p:nvPr/>
        </p:nvCxnSpPr>
        <p:spPr>
          <a:xfrm flipH="1">
            <a:off x="10273039" y="1559110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FD215431-2018-2368-A1F9-FF6B59848989}"/>
              </a:ext>
            </a:extLst>
          </p:cNvPr>
          <p:cNvSpPr/>
          <p:nvPr/>
        </p:nvSpPr>
        <p:spPr>
          <a:xfrm>
            <a:off x="9567265" y="185725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개봉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B23AC40-81D5-2210-CEED-77D7DEC702BF}"/>
              </a:ext>
            </a:extLst>
          </p:cNvPr>
          <p:cNvCxnSpPr>
            <a:cxnSpLocks/>
            <a:stCxn id="14" idx="1"/>
            <a:endCxn id="21" idx="1"/>
          </p:cNvCxnSpPr>
          <p:nvPr/>
        </p:nvCxnSpPr>
        <p:spPr>
          <a:xfrm rot="10800000" flipH="1" flipV="1">
            <a:off x="9394717" y="1119666"/>
            <a:ext cx="172547" cy="1778224"/>
          </a:xfrm>
          <a:prstGeom prst="bentConnector3">
            <a:avLst>
              <a:gd name="adj1" fmla="val -1324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22649CB3-7230-1028-BB87-A578F74CF64C}"/>
              </a:ext>
            </a:extLst>
          </p:cNvPr>
          <p:cNvSpPr/>
          <p:nvPr/>
        </p:nvSpPr>
        <p:spPr>
          <a:xfrm>
            <a:off x="9567265" y="264931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수술실로 이동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CC686A7-6F66-8483-E2FB-01E0C2E26B76}"/>
              </a:ext>
            </a:extLst>
          </p:cNvPr>
          <p:cNvCxnSpPr>
            <a:cxnSpLocks/>
            <a:stCxn id="117" idx="2"/>
            <a:endCxn id="14" idx="0"/>
          </p:cNvCxnSpPr>
          <p:nvPr/>
        </p:nvCxnSpPr>
        <p:spPr>
          <a:xfrm rot="5400000" flipH="1" flipV="1">
            <a:off x="6031699" y="1788231"/>
            <a:ext cx="5358873" cy="3142855"/>
          </a:xfrm>
          <a:prstGeom prst="bentConnector5">
            <a:avLst>
              <a:gd name="adj1" fmla="val -6043"/>
              <a:gd name="adj2" fmla="val 43466"/>
              <a:gd name="adj3" fmla="val 1088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288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CA3E-F8A9-A09A-EBB1-8DEB4967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1ECDE9-70D6-3A9D-F05A-907E49A98A42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4125C34-F22C-276E-DF77-03C023DEA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214" y="1336007"/>
            <a:ext cx="2993277" cy="383883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6F568B-AE75-CF82-976F-A61F7A4565BB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107401C-55A2-7DD1-228D-B72AB0BE91E9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권한을 얻어 수술실로 이동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6D3A17-72B2-52A6-C91A-4476FEAE6CE4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FDCB0C-6EFA-19F7-667D-73D79CA1A1CB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F85A84B-BB00-A11F-2561-7931CE68FCC1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503EC4-A9B2-0B68-C00B-5692FF233386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97BC62-49E0-ACED-4C3A-B2CDC9877E24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BFCC530-C564-C6BA-FF16-573BEE402D41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F2B31C-2E02-7D05-791B-5F685A22B9F6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6370C3-A098-6241-885A-698616D79804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0C6B0FF-D7CE-822C-F58E-B8EE038FB1F6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F046D24-3637-E307-7304-3AC56B67419D}"/>
              </a:ext>
            </a:extLst>
          </p:cNvPr>
          <p:cNvSpPr/>
          <p:nvPr/>
        </p:nvSpPr>
        <p:spPr>
          <a:xfrm>
            <a:off x="1332902" y="4086296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B586EFC-2EE1-CF5D-091F-6A0577279F3F}"/>
              </a:ext>
            </a:extLst>
          </p:cNvPr>
          <p:cNvSpPr/>
          <p:nvPr/>
        </p:nvSpPr>
        <p:spPr>
          <a:xfrm>
            <a:off x="394212" y="4213331"/>
            <a:ext cx="662688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4A6909-D2DA-A484-5F75-D0BE1CF7DCFB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077ED07-F9D3-C73B-5E93-9C2E5FB27779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D2323E97-7ABA-48F1-72BD-7A483CBAD029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056900" y="4355374"/>
            <a:ext cx="276002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760D89C-0A6B-2061-0F1E-A9D6743DB4C3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D028E348-B36D-92D7-46E0-8D732848F100}"/>
              </a:ext>
            </a:extLst>
          </p:cNvPr>
          <p:cNvSpPr/>
          <p:nvPr/>
        </p:nvSpPr>
        <p:spPr>
          <a:xfrm>
            <a:off x="3280499" y="1574093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순서도: 처리 91">
            <a:extLst>
              <a:ext uri="{FF2B5EF4-FFF2-40B4-BE49-F238E27FC236}">
                <a16:creationId xmlns:a16="http://schemas.microsoft.com/office/drawing/2014/main" id="{FA074F1E-6D94-3A4B-A77A-E3E375390935}"/>
              </a:ext>
            </a:extLst>
          </p:cNvPr>
          <p:cNvSpPr/>
          <p:nvPr/>
        </p:nvSpPr>
        <p:spPr>
          <a:xfrm>
            <a:off x="4584803" y="2704374"/>
            <a:ext cx="566714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시약 </a:t>
            </a:r>
            <a:r>
              <a:rPr lang="el-G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Ω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DE35071-3C0E-3AC5-894C-14A24A6EB1CB}"/>
              </a:ext>
            </a:extLst>
          </p:cNvPr>
          <p:cNvCxnSpPr>
            <a:cxnSpLocks/>
            <a:stCxn id="38" idx="6"/>
            <a:endCxn id="92" idx="1"/>
          </p:cNvCxnSpPr>
          <p:nvPr/>
        </p:nvCxnSpPr>
        <p:spPr>
          <a:xfrm flipV="1">
            <a:off x="4041238" y="2824752"/>
            <a:ext cx="543565" cy="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타원 107">
            <a:extLst>
              <a:ext uri="{FF2B5EF4-FFF2-40B4-BE49-F238E27FC236}">
                <a16:creationId xmlns:a16="http://schemas.microsoft.com/office/drawing/2014/main" id="{1E54C64E-535C-6076-9290-68EDBB4A7AF8}"/>
              </a:ext>
            </a:extLst>
          </p:cNvPr>
          <p:cNvSpPr/>
          <p:nvPr/>
        </p:nvSpPr>
        <p:spPr>
          <a:xfrm>
            <a:off x="2549421" y="1574093"/>
            <a:ext cx="618694" cy="61869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CB8EF632-AB33-D975-3CE2-A13645E7C233}"/>
              </a:ext>
            </a:extLst>
          </p:cNvPr>
          <p:cNvCxnSpPr>
            <a:cxnSpLocks/>
            <a:stCxn id="108" idx="2"/>
          </p:cNvCxnSpPr>
          <p:nvPr/>
        </p:nvCxnSpPr>
        <p:spPr>
          <a:xfrm flipH="1">
            <a:off x="1152092" y="1883440"/>
            <a:ext cx="1397329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순서도: 처리 113">
            <a:extLst>
              <a:ext uri="{FF2B5EF4-FFF2-40B4-BE49-F238E27FC236}">
                <a16:creationId xmlns:a16="http://schemas.microsoft.com/office/drawing/2014/main" id="{F0F57BD7-BE95-F503-1E2A-AA333826308E}"/>
              </a:ext>
            </a:extLst>
          </p:cNvPr>
          <p:cNvSpPr/>
          <p:nvPr/>
        </p:nvSpPr>
        <p:spPr>
          <a:xfrm>
            <a:off x="300930" y="1777934"/>
            <a:ext cx="845412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 퍼즐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E3E879E-A06D-B31C-BFEB-46DBC924EE98}"/>
              </a:ext>
            </a:extLst>
          </p:cNvPr>
          <p:cNvSpPr/>
          <p:nvPr/>
        </p:nvSpPr>
        <p:spPr>
          <a:xfrm>
            <a:off x="3554203" y="2581235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320C155-BBA6-C4D7-5E15-C11DC5AF88AB}"/>
              </a:ext>
            </a:extLst>
          </p:cNvPr>
          <p:cNvCxnSpPr>
            <a:cxnSpLocks/>
            <a:stCxn id="91" idx="0"/>
          </p:cNvCxnSpPr>
          <p:nvPr/>
        </p:nvCxnSpPr>
        <p:spPr>
          <a:xfrm flipV="1">
            <a:off x="3524017" y="1214247"/>
            <a:ext cx="0" cy="359846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DE9A9666-8514-5281-E78D-5F03BABBBDD3}"/>
              </a:ext>
            </a:extLst>
          </p:cNvPr>
          <p:cNvSpPr/>
          <p:nvPr/>
        </p:nvSpPr>
        <p:spPr>
          <a:xfrm>
            <a:off x="3231006" y="948853"/>
            <a:ext cx="1224485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64E15FD5-5D29-272B-560E-584E4DBD9CF0}"/>
              </a:ext>
            </a:extLst>
          </p:cNvPr>
          <p:cNvSpPr/>
          <p:nvPr/>
        </p:nvSpPr>
        <p:spPr>
          <a:xfrm>
            <a:off x="6433935" y="21358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 퍼즐을 해결해 얻은 비밀번호로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7E1548C-267C-EECE-83D2-C8179FD7BC50}"/>
              </a:ext>
            </a:extLst>
          </p:cNvPr>
          <p:cNvCxnSpPr>
            <a:cxnSpLocks/>
          </p:cNvCxnSpPr>
          <p:nvPr/>
        </p:nvCxnSpPr>
        <p:spPr>
          <a:xfrm>
            <a:off x="7139709" y="17949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9D9AB61B-987E-2348-D79C-32E3DE161C7F}"/>
              </a:ext>
            </a:extLst>
          </p:cNvPr>
          <p:cNvSpPr/>
          <p:nvPr/>
        </p:nvSpPr>
        <p:spPr>
          <a:xfrm>
            <a:off x="6433935" y="298344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시약 </a:t>
            </a:r>
            <a:r>
              <a:rPr lang="el-G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Ω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D1840B2-62B6-D56F-09C0-E8030E2DD0CD}"/>
              </a:ext>
            </a:extLst>
          </p:cNvPr>
          <p:cNvCxnSpPr>
            <a:cxnSpLocks/>
          </p:cNvCxnSpPr>
          <p:nvPr/>
        </p:nvCxnSpPr>
        <p:spPr>
          <a:xfrm>
            <a:off x="7139709" y="2642520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85F216CD-133A-9AAE-D75D-EB9D9BE795AD}"/>
              </a:ext>
            </a:extLst>
          </p:cNvPr>
          <p:cNvSpPr/>
          <p:nvPr/>
        </p:nvSpPr>
        <p:spPr>
          <a:xfrm>
            <a:off x="6261388" y="3828016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열쇠를 모두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291A44-534A-B238-BCB5-29C86A9E0946}"/>
              </a:ext>
            </a:extLst>
          </p:cNvPr>
          <p:cNvSpPr txBox="1"/>
          <p:nvPr/>
        </p:nvSpPr>
        <p:spPr>
          <a:xfrm>
            <a:off x="5696319" y="5180920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4B3682-E109-E66F-F598-79A50DBE4060}"/>
              </a:ext>
            </a:extLst>
          </p:cNvPr>
          <p:cNvSpPr txBox="1"/>
          <p:nvPr/>
        </p:nvSpPr>
        <p:spPr>
          <a:xfrm>
            <a:off x="7150363" y="469257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D03349D-C6E9-F864-7C52-1D196250EB96}"/>
              </a:ext>
            </a:extLst>
          </p:cNvPr>
          <p:cNvCxnSpPr>
            <a:cxnSpLocks/>
          </p:cNvCxnSpPr>
          <p:nvPr/>
        </p:nvCxnSpPr>
        <p:spPr>
          <a:xfrm flipH="1">
            <a:off x="7139709" y="4706904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F9F4B95-835C-4B09-B16A-A5989202A66A}"/>
              </a:ext>
            </a:extLst>
          </p:cNvPr>
          <p:cNvCxnSpPr>
            <a:cxnSpLocks/>
          </p:cNvCxnSpPr>
          <p:nvPr/>
        </p:nvCxnSpPr>
        <p:spPr>
          <a:xfrm>
            <a:off x="7139709" y="348708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3DC74A76-6F6E-D07C-E49C-BDA4748CFFC0}"/>
              </a:ext>
            </a:extLst>
          </p:cNvPr>
          <p:cNvSpPr/>
          <p:nvPr/>
        </p:nvSpPr>
        <p:spPr>
          <a:xfrm>
            <a:off x="6433935" y="5005052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5ECE62E3-4FC5-3AC7-3650-452D4D01991F}"/>
              </a:ext>
            </a:extLst>
          </p:cNvPr>
          <p:cNvCxnSpPr>
            <a:cxnSpLocks/>
            <a:stCxn id="57" idx="1"/>
            <a:endCxn id="67" idx="1"/>
          </p:cNvCxnSpPr>
          <p:nvPr/>
        </p:nvCxnSpPr>
        <p:spPr>
          <a:xfrm rot="10800000" flipH="1" flipV="1">
            <a:off x="6261387" y="4267460"/>
            <a:ext cx="172547" cy="1778224"/>
          </a:xfrm>
          <a:prstGeom prst="bentConnector3">
            <a:avLst>
              <a:gd name="adj1" fmla="val -1324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3D10C74C-3E55-F797-F05A-76637579C4D0}"/>
              </a:ext>
            </a:extLst>
          </p:cNvPr>
          <p:cNvSpPr/>
          <p:nvPr/>
        </p:nvSpPr>
        <p:spPr>
          <a:xfrm>
            <a:off x="6433935" y="579710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</p:spTree>
    <p:extLst>
      <p:ext uri="{BB962C8B-B14F-4D97-AF65-F5344CB8AC3E}">
        <p14:creationId xmlns:p14="http://schemas.microsoft.com/office/powerpoint/2010/main" val="109005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39D4-902D-F3C2-3E0C-D5C7484B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AEEC7170-B658-861A-5EEC-BC58BC3CF96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249C3FE-EFBC-5E0D-CAE1-403D6D5D7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214" y="1336007"/>
            <a:ext cx="2993277" cy="383883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794D83-D771-8776-92F1-AD9AA5564432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D2BEFEDA-0934-5F53-91B0-DDEBDC0BD70A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권한을 얻어 수술실로 이동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D08E799-5B47-764A-76BD-FBC6DBD7D425}"/>
              </a:ext>
            </a:extLst>
          </p:cNvPr>
          <p:cNvSpPr/>
          <p:nvPr/>
        </p:nvSpPr>
        <p:spPr>
          <a:xfrm>
            <a:off x="1332902" y="4086296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A9456D-B75D-5D02-5E9F-0488D0D8D4FB}"/>
              </a:ext>
            </a:extLst>
          </p:cNvPr>
          <p:cNvSpPr/>
          <p:nvPr/>
        </p:nvSpPr>
        <p:spPr>
          <a:xfrm>
            <a:off x="394212" y="4213331"/>
            <a:ext cx="662688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7733101-BD7A-AE09-EC05-B3E125263A18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9ACA5E-983D-5A75-C3CA-E5525A96F07D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F0984046-4759-638A-6B1F-F498F34A7A1E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056900" y="4355374"/>
            <a:ext cx="276002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6769691-EAA5-430E-10B4-55AA810FF615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E49025EB-D83B-9268-6702-4EFFB79023D4}"/>
              </a:ext>
            </a:extLst>
          </p:cNvPr>
          <p:cNvSpPr/>
          <p:nvPr/>
        </p:nvSpPr>
        <p:spPr>
          <a:xfrm>
            <a:off x="6433935" y="21358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 퍼즐을 해결해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DC22016-4767-5485-A014-15766C8F1592}"/>
              </a:ext>
            </a:extLst>
          </p:cNvPr>
          <p:cNvCxnSpPr>
            <a:cxnSpLocks/>
          </p:cNvCxnSpPr>
          <p:nvPr/>
        </p:nvCxnSpPr>
        <p:spPr>
          <a:xfrm>
            <a:off x="7139709" y="17949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98FACBA8-91D2-EA8F-8FBA-C234321F1546}"/>
              </a:ext>
            </a:extLst>
          </p:cNvPr>
          <p:cNvSpPr/>
          <p:nvPr/>
        </p:nvSpPr>
        <p:spPr>
          <a:xfrm>
            <a:off x="6433935" y="298344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시약 </a:t>
            </a:r>
            <a:r>
              <a:rPr lang="el-G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Ω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85A1694-509D-F9B9-E5BF-58E0B2C08B8E}"/>
              </a:ext>
            </a:extLst>
          </p:cNvPr>
          <p:cNvCxnSpPr>
            <a:cxnSpLocks/>
          </p:cNvCxnSpPr>
          <p:nvPr/>
        </p:nvCxnSpPr>
        <p:spPr>
          <a:xfrm>
            <a:off x="7139709" y="2642520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14143586-31F4-790A-6BEA-BBC27039B323}"/>
              </a:ext>
            </a:extLst>
          </p:cNvPr>
          <p:cNvSpPr/>
          <p:nvPr/>
        </p:nvSpPr>
        <p:spPr>
          <a:xfrm>
            <a:off x="6261388" y="3828016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열쇠를 모두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8912BE-ABD8-707B-8AB6-E3E6436C8C09}"/>
              </a:ext>
            </a:extLst>
          </p:cNvPr>
          <p:cNvSpPr txBox="1"/>
          <p:nvPr/>
        </p:nvSpPr>
        <p:spPr>
          <a:xfrm>
            <a:off x="5696319" y="5180920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94ABEB-300F-413C-EFCC-BFDACEF1AFC8}"/>
              </a:ext>
            </a:extLst>
          </p:cNvPr>
          <p:cNvSpPr txBox="1"/>
          <p:nvPr/>
        </p:nvSpPr>
        <p:spPr>
          <a:xfrm>
            <a:off x="7150363" y="469257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30723CE-09F4-1540-2D3F-58619F0323E9}"/>
              </a:ext>
            </a:extLst>
          </p:cNvPr>
          <p:cNvCxnSpPr>
            <a:cxnSpLocks/>
          </p:cNvCxnSpPr>
          <p:nvPr/>
        </p:nvCxnSpPr>
        <p:spPr>
          <a:xfrm flipH="1">
            <a:off x="7139709" y="4706904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D1221A1-002E-BB8C-89AA-C61BCCE2040A}"/>
              </a:ext>
            </a:extLst>
          </p:cNvPr>
          <p:cNvCxnSpPr>
            <a:cxnSpLocks/>
          </p:cNvCxnSpPr>
          <p:nvPr/>
        </p:nvCxnSpPr>
        <p:spPr>
          <a:xfrm>
            <a:off x="7139709" y="348708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E7296AA6-63B8-5DC7-2728-191211394A0D}"/>
              </a:ext>
            </a:extLst>
          </p:cNvPr>
          <p:cNvSpPr/>
          <p:nvPr/>
        </p:nvSpPr>
        <p:spPr>
          <a:xfrm>
            <a:off x="6433935" y="5005052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E1AB741-43A3-E2B8-8C05-1EF5FD419FC1}"/>
              </a:ext>
            </a:extLst>
          </p:cNvPr>
          <p:cNvCxnSpPr>
            <a:cxnSpLocks/>
            <a:stCxn id="57" idx="1"/>
            <a:endCxn id="67" idx="1"/>
          </p:cNvCxnSpPr>
          <p:nvPr/>
        </p:nvCxnSpPr>
        <p:spPr>
          <a:xfrm rot="10800000" flipH="1" flipV="1">
            <a:off x="6261387" y="4267460"/>
            <a:ext cx="172547" cy="1778224"/>
          </a:xfrm>
          <a:prstGeom prst="bentConnector3">
            <a:avLst>
              <a:gd name="adj1" fmla="val -1324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ED6D3628-F00F-3F03-5266-974453FD41F1}"/>
              </a:ext>
            </a:extLst>
          </p:cNvPr>
          <p:cNvSpPr/>
          <p:nvPr/>
        </p:nvSpPr>
        <p:spPr>
          <a:xfrm>
            <a:off x="6433935" y="579710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555620-BAFF-F568-7E24-325758D8EDE8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F11BE6-2D79-2789-11F9-B03C9688EE59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016376E-D667-8A79-88E7-8EFE785A7D59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A6621466-CDE3-FC1D-F907-2946BD07A321}"/>
              </a:ext>
            </a:extLst>
          </p:cNvPr>
          <p:cNvSpPr/>
          <p:nvPr/>
        </p:nvSpPr>
        <p:spPr>
          <a:xfrm>
            <a:off x="2811026" y="3914657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D3EAF2E-EB8E-DBAB-9E2C-BC992319C02F}"/>
              </a:ext>
            </a:extLst>
          </p:cNvPr>
          <p:cNvCxnSpPr>
            <a:cxnSpLocks/>
          </p:cNvCxnSpPr>
          <p:nvPr/>
        </p:nvCxnSpPr>
        <p:spPr>
          <a:xfrm>
            <a:off x="1871059" y="4355374"/>
            <a:ext cx="14094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A8C0B6B-C6C8-1C05-B1D2-3E22D30E7FCB}"/>
              </a:ext>
            </a:extLst>
          </p:cNvPr>
          <p:cNvCxnSpPr>
            <a:cxnSpLocks/>
          </p:cNvCxnSpPr>
          <p:nvPr/>
        </p:nvCxnSpPr>
        <p:spPr>
          <a:xfrm flipV="1">
            <a:off x="3280499" y="2381250"/>
            <a:ext cx="0" cy="19741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78A5AA2-C238-3EA0-B3C3-F7940000A0C2}"/>
              </a:ext>
            </a:extLst>
          </p:cNvPr>
          <p:cNvCxnSpPr>
            <a:cxnSpLocks/>
          </p:cNvCxnSpPr>
          <p:nvPr/>
        </p:nvCxnSpPr>
        <p:spPr>
          <a:xfrm flipH="1">
            <a:off x="1917981" y="4497417"/>
            <a:ext cx="1482444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35742BF-F1FB-F688-B20E-F5E0719F6B7C}"/>
              </a:ext>
            </a:extLst>
          </p:cNvPr>
          <p:cNvCxnSpPr>
            <a:cxnSpLocks/>
          </p:cNvCxnSpPr>
          <p:nvPr/>
        </p:nvCxnSpPr>
        <p:spPr>
          <a:xfrm flipV="1">
            <a:off x="3400425" y="2381250"/>
            <a:ext cx="0" cy="2116167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63E323E2-20A2-C504-B1DA-27F5387CF25A}"/>
              </a:ext>
            </a:extLst>
          </p:cNvPr>
          <p:cNvSpPr/>
          <p:nvPr/>
        </p:nvSpPr>
        <p:spPr>
          <a:xfrm>
            <a:off x="3515533" y="4213331"/>
            <a:ext cx="390028" cy="3900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332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DF21-9BCD-8F19-4526-BD47C9AA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>
            <a:extLst>
              <a:ext uri="{FF2B5EF4-FFF2-40B4-BE49-F238E27FC236}">
                <a16:creationId xmlns:a16="http://schemas.microsoft.com/office/drawing/2014/main" id="{568FD1AC-C491-4F2A-7D11-47DAA402E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716" y="1336007"/>
            <a:ext cx="3960985" cy="316140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5C24D18-6062-7CE3-1023-9BE70614DC3C}"/>
              </a:ext>
            </a:extLst>
          </p:cNvPr>
          <p:cNvSpPr/>
          <p:nvPr/>
        </p:nvSpPr>
        <p:spPr>
          <a:xfrm>
            <a:off x="5590472" y="537903"/>
            <a:ext cx="3098472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083481-C703-A2BE-60FC-5C1450A6C50D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28922A98-9BC7-82DB-1EB5-C89FBD3330FE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권한을 얻어 회의실로 이동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71E6C3-1633-12E3-A607-F419D434AE2B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49489A-80BF-AF61-7B79-D182F0FB03DA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5F1EAFF-0146-3306-BF1C-97F292C734B2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2EBD11-31B0-C1F3-DD0D-D3C00E70AB7C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7FB7F3-1222-6F32-515F-0BF245EACC39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848C0DA-1623-526C-5387-A8040894336B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E98E20-5EDE-0226-431E-77117749850E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B8CC30C-5D95-CD20-7FE0-1964466027D3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23732C6-2D66-282E-361C-CEE88D8614E9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C0872F5-57CD-BE27-231E-CF6F8038CC3A}"/>
              </a:ext>
            </a:extLst>
          </p:cNvPr>
          <p:cNvSpPr/>
          <p:nvPr/>
        </p:nvSpPr>
        <p:spPr>
          <a:xfrm>
            <a:off x="4234506" y="1189608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3C80362-6B50-03FB-8C1A-B5A910561129}"/>
              </a:ext>
            </a:extLst>
          </p:cNvPr>
          <p:cNvSpPr/>
          <p:nvPr/>
        </p:nvSpPr>
        <p:spPr>
          <a:xfrm>
            <a:off x="4172241" y="572019"/>
            <a:ext cx="662688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26E3D56-F5D8-9526-3E0F-0152118BF5B7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B62BB7F-2698-A541-9117-F3E0299C8BAD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F5F7AC96-6755-1E66-7B05-5F6A3F431681}"/>
              </a:ext>
            </a:extLst>
          </p:cNvPr>
          <p:cNvCxnSpPr>
            <a:cxnSpLocks/>
            <a:stCxn id="25" idx="2"/>
            <a:endCxn id="19" idx="0"/>
          </p:cNvCxnSpPr>
          <p:nvPr/>
        </p:nvCxnSpPr>
        <p:spPr>
          <a:xfrm>
            <a:off x="4503585" y="856105"/>
            <a:ext cx="0" cy="333503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5DA38F-45E4-2575-DFD1-85F0A1EB243B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766017D-06EB-77C6-C35E-96FC309B47E8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3418792" y="4497415"/>
            <a:ext cx="0" cy="500933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B58F217E-D97D-18C4-987C-3EF763E8128E}"/>
              </a:ext>
            </a:extLst>
          </p:cNvPr>
          <p:cNvSpPr/>
          <p:nvPr/>
        </p:nvSpPr>
        <p:spPr>
          <a:xfrm>
            <a:off x="3175274" y="4010380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ACA2A401-066D-E6B1-869C-D806A23633D5}"/>
              </a:ext>
            </a:extLst>
          </p:cNvPr>
          <p:cNvSpPr/>
          <p:nvPr/>
        </p:nvSpPr>
        <p:spPr>
          <a:xfrm>
            <a:off x="6433935" y="21358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퍼즐을 해결해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8BEDEB1-13A8-58E0-1513-D2798CF5D9E5}"/>
              </a:ext>
            </a:extLst>
          </p:cNvPr>
          <p:cNvCxnSpPr>
            <a:cxnSpLocks/>
          </p:cNvCxnSpPr>
          <p:nvPr/>
        </p:nvCxnSpPr>
        <p:spPr>
          <a:xfrm>
            <a:off x="7139709" y="17949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698085C4-04A1-7890-5575-EA46E39C2D6A}"/>
              </a:ext>
            </a:extLst>
          </p:cNvPr>
          <p:cNvCxnSpPr>
            <a:cxnSpLocks/>
          </p:cNvCxnSpPr>
          <p:nvPr/>
        </p:nvCxnSpPr>
        <p:spPr>
          <a:xfrm>
            <a:off x="7139709" y="2642520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E5C8B212-8B21-D67B-7A90-CC2DD8F80B5D}"/>
              </a:ext>
            </a:extLst>
          </p:cNvPr>
          <p:cNvSpPr/>
          <p:nvPr/>
        </p:nvSpPr>
        <p:spPr>
          <a:xfrm>
            <a:off x="6261388" y="3002854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열쇠를 모두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AA1091-79BE-D8BE-7FA8-C345DD27F575}"/>
              </a:ext>
            </a:extLst>
          </p:cNvPr>
          <p:cNvSpPr txBox="1"/>
          <p:nvPr/>
        </p:nvSpPr>
        <p:spPr>
          <a:xfrm>
            <a:off x="5696319" y="4355758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33068B-A227-1AD9-1869-D303876C61FC}"/>
              </a:ext>
            </a:extLst>
          </p:cNvPr>
          <p:cNvSpPr txBox="1"/>
          <p:nvPr/>
        </p:nvSpPr>
        <p:spPr>
          <a:xfrm>
            <a:off x="7150363" y="3867414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62080D6-274B-9559-3C2E-5D52C7518BC5}"/>
              </a:ext>
            </a:extLst>
          </p:cNvPr>
          <p:cNvCxnSpPr>
            <a:cxnSpLocks/>
          </p:cNvCxnSpPr>
          <p:nvPr/>
        </p:nvCxnSpPr>
        <p:spPr>
          <a:xfrm flipH="1">
            <a:off x="7139709" y="3881742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0D110008-118C-39D6-3A84-AD5BC1FDBE09}"/>
              </a:ext>
            </a:extLst>
          </p:cNvPr>
          <p:cNvSpPr/>
          <p:nvPr/>
        </p:nvSpPr>
        <p:spPr>
          <a:xfrm>
            <a:off x="6433935" y="417989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2D4925CB-792C-2524-B8DD-6F28AFD6F411}"/>
              </a:ext>
            </a:extLst>
          </p:cNvPr>
          <p:cNvCxnSpPr>
            <a:cxnSpLocks/>
            <a:stCxn id="57" idx="1"/>
            <a:endCxn id="67" idx="1"/>
          </p:cNvCxnSpPr>
          <p:nvPr/>
        </p:nvCxnSpPr>
        <p:spPr>
          <a:xfrm rot="10800000" flipH="1" flipV="1">
            <a:off x="6261387" y="3442298"/>
            <a:ext cx="172547" cy="1778224"/>
          </a:xfrm>
          <a:prstGeom prst="bentConnector3">
            <a:avLst>
              <a:gd name="adj1" fmla="val -1324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B2FDD7AE-F74B-7359-5916-54195F5A87B5}"/>
              </a:ext>
            </a:extLst>
          </p:cNvPr>
          <p:cNvSpPr/>
          <p:nvPr/>
        </p:nvSpPr>
        <p:spPr>
          <a:xfrm>
            <a:off x="6433935" y="4971947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81200DF1-0088-6524-C9B6-604B4250B15D}"/>
              </a:ext>
            </a:extLst>
          </p:cNvPr>
          <p:cNvSpPr/>
          <p:nvPr/>
        </p:nvSpPr>
        <p:spPr>
          <a:xfrm>
            <a:off x="2964419" y="4966016"/>
            <a:ext cx="906542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퍼즐</a:t>
            </a:r>
          </a:p>
        </p:txBody>
      </p:sp>
    </p:spTree>
    <p:extLst>
      <p:ext uri="{BB962C8B-B14F-4D97-AF65-F5344CB8AC3E}">
        <p14:creationId xmlns:p14="http://schemas.microsoft.com/office/powerpoint/2010/main" val="353716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FB60-D71E-446E-ACA9-0A191F1EA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>
            <a:extLst>
              <a:ext uri="{FF2B5EF4-FFF2-40B4-BE49-F238E27FC236}">
                <a16:creationId xmlns:a16="http://schemas.microsoft.com/office/drawing/2014/main" id="{4098C0E2-67BE-6757-767A-2AFE91E8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716" y="1336007"/>
            <a:ext cx="3960985" cy="316140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1797939-D88B-7607-D965-78C59FFEEF3B}"/>
              </a:ext>
            </a:extLst>
          </p:cNvPr>
          <p:cNvSpPr/>
          <p:nvPr/>
        </p:nvSpPr>
        <p:spPr>
          <a:xfrm>
            <a:off x="5590472" y="537903"/>
            <a:ext cx="3098472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54208C-FD71-07D8-585D-32CB7F46E80A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0404F063-DBD6-02F8-2223-B45F68BB2DFE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권한을 얻어 회의실로 이동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B593B24-73F3-8A73-A75B-3C6BCA5CEDA6}"/>
              </a:ext>
            </a:extLst>
          </p:cNvPr>
          <p:cNvSpPr/>
          <p:nvPr/>
        </p:nvSpPr>
        <p:spPr>
          <a:xfrm>
            <a:off x="4234506" y="1189608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0AB27B-8485-507A-FDFA-E3CDC2B5BBEB}"/>
              </a:ext>
            </a:extLst>
          </p:cNvPr>
          <p:cNvSpPr/>
          <p:nvPr/>
        </p:nvSpPr>
        <p:spPr>
          <a:xfrm>
            <a:off x="4172241" y="572019"/>
            <a:ext cx="662688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4C3D17-7836-2673-5E23-63DE02F5875C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A64BA4B-D312-5335-7D05-C8D8291C6609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96CA422A-573A-D2E7-F458-EAE3935C4B9C}"/>
              </a:ext>
            </a:extLst>
          </p:cNvPr>
          <p:cNvCxnSpPr>
            <a:cxnSpLocks/>
            <a:stCxn id="25" idx="2"/>
            <a:endCxn id="19" idx="0"/>
          </p:cNvCxnSpPr>
          <p:nvPr/>
        </p:nvCxnSpPr>
        <p:spPr>
          <a:xfrm>
            <a:off x="4503585" y="856105"/>
            <a:ext cx="0" cy="333503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6614AD-745B-4D8E-67DA-2C77A7F4C88F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92B162E-66C6-5371-F00E-638C54EFB2BA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3418792" y="4497415"/>
            <a:ext cx="0" cy="500933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96BD0955-4AEE-8CBE-D64C-319421BF6843}"/>
              </a:ext>
            </a:extLst>
          </p:cNvPr>
          <p:cNvSpPr/>
          <p:nvPr/>
        </p:nvSpPr>
        <p:spPr>
          <a:xfrm>
            <a:off x="3175274" y="4010380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BD3FCD66-9319-7C33-58EA-97260F7E74C3}"/>
              </a:ext>
            </a:extLst>
          </p:cNvPr>
          <p:cNvSpPr/>
          <p:nvPr/>
        </p:nvSpPr>
        <p:spPr>
          <a:xfrm>
            <a:off x="6433935" y="21358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퍼즐을 해결해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3202C71-578D-FCD9-4F85-2194F50FD32D}"/>
              </a:ext>
            </a:extLst>
          </p:cNvPr>
          <p:cNvCxnSpPr>
            <a:cxnSpLocks/>
          </p:cNvCxnSpPr>
          <p:nvPr/>
        </p:nvCxnSpPr>
        <p:spPr>
          <a:xfrm>
            <a:off x="7139709" y="17949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91986CA-E85E-12B3-AEF8-CFF5B4D2A299}"/>
              </a:ext>
            </a:extLst>
          </p:cNvPr>
          <p:cNvCxnSpPr>
            <a:cxnSpLocks/>
          </p:cNvCxnSpPr>
          <p:nvPr/>
        </p:nvCxnSpPr>
        <p:spPr>
          <a:xfrm>
            <a:off x="7139709" y="2642520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9E422474-74A9-66FC-783C-A4BB18522B6D}"/>
              </a:ext>
            </a:extLst>
          </p:cNvPr>
          <p:cNvSpPr/>
          <p:nvPr/>
        </p:nvSpPr>
        <p:spPr>
          <a:xfrm>
            <a:off x="6261388" y="3002854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열쇠를 모두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490D8B-BDC6-C066-AF72-2DA06A750E15}"/>
              </a:ext>
            </a:extLst>
          </p:cNvPr>
          <p:cNvSpPr txBox="1"/>
          <p:nvPr/>
        </p:nvSpPr>
        <p:spPr>
          <a:xfrm>
            <a:off x="5696319" y="4355758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087769-1448-C982-6838-012BA09775B0}"/>
              </a:ext>
            </a:extLst>
          </p:cNvPr>
          <p:cNvSpPr txBox="1"/>
          <p:nvPr/>
        </p:nvSpPr>
        <p:spPr>
          <a:xfrm>
            <a:off x="7150363" y="3867414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4988B24-CEA8-EF2D-221C-9C2D63307C4E}"/>
              </a:ext>
            </a:extLst>
          </p:cNvPr>
          <p:cNvCxnSpPr>
            <a:cxnSpLocks/>
          </p:cNvCxnSpPr>
          <p:nvPr/>
        </p:nvCxnSpPr>
        <p:spPr>
          <a:xfrm flipH="1">
            <a:off x="7139709" y="3881742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63836119-2CB7-7AD3-EDA0-FF1930A15ECF}"/>
              </a:ext>
            </a:extLst>
          </p:cNvPr>
          <p:cNvSpPr/>
          <p:nvPr/>
        </p:nvSpPr>
        <p:spPr>
          <a:xfrm>
            <a:off x="6433935" y="417989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8079EA30-D24A-2242-8B3C-BE43EF82D2A6}"/>
              </a:ext>
            </a:extLst>
          </p:cNvPr>
          <p:cNvCxnSpPr>
            <a:cxnSpLocks/>
            <a:stCxn id="57" idx="1"/>
            <a:endCxn id="67" idx="1"/>
          </p:cNvCxnSpPr>
          <p:nvPr/>
        </p:nvCxnSpPr>
        <p:spPr>
          <a:xfrm rot="10800000" flipH="1" flipV="1">
            <a:off x="6261387" y="3442298"/>
            <a:ext cx="172547" cy="1778224"/>
          </a:xfrm>
          <a:prstGeom prst="bentConnector3">
            <a:avLst>
              <a:gd name="adj1" fmla="val -1324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C72B9A19-0D0C-BD2D-AFB1-18230EF6993A}"/>
              </a:ext>
            </a:extLst>
          </p:cNvPr>
          <p:cNvSpPr/>
          <p:nvPr/>
        </p:nvSpPr>
        <p:spPr>
          <a:xfrm>
            <a:off x="6433935" y="4971947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F7F506AA-44E2-0761-F0CF-E0F2CEF444ED}"/>
              </a:ext>
            </a:extLst>
          </p:cNvPr>
          <p:cNvSpPr/>
          <p:nvPr/>
        </p:nvSpPr>
        <p:spPr>
          <a:xfrm>
            <a:off x="2964419" y="4966016"/>
            <a:ext cx="906542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 퍼즐</a:t>
            </a: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676BC9D9-D468-16C1-4D0F-50183B72F469}"/>
              </a:ext>
            </a:extLst>
          </p:cNvPr>
          <p:cNvSpPr/>
          <p:nvPr/>
        </p:nvSpPr>
        <p:spPr>
          <a:xfrm>
            <a:off x="2946326" y="2748810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3F27443-9E5A-FC6B-4F73-8C5655BDF000}"/>
              </a:ext>
            </a:extLst>
          </p:cNvPr>
          <p:cNvCxnSpPr>
            <a:cxnSpLocks/>
          </p:cNvCxnSpPr>
          <p:nvPr/>
        </p:nvCxnSpPr>
        <p:spPr>
          <a:xfrm>
            <a:off x="2858397" y="2619375"/>
            <a:ext cx="5420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E745826-1A19-CC0C-CA4B-85AC1BF5C36C}"/>
              </a:ext>
            </a:extLst>
          </p:cNvPr>
          <p:cNvCxnSpPr>
            <a:cxnSpLocks/>
          </p:cNvCxnSpPr>
          <p:nvPr/>
        </p:nvCxnSpPr>
        <p:spPr>
          <a:xfrm>
            <a:off x="3400425" y="2619375"/>
            <a:ext cx="0" cy="14954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90969DCB-E4D9-5197-397D-4D69C910B656}"/>
              </a:ext>
            </a:extLst>
          </p:cNvPr>
          <p:cNvCxnSpPr>
            <a:cxnSpLocks/>
          </p:cNvCxnSpPr>
          <p:nvPr/>
        </p:nvCxnSpPr>
        <p:spPr>
          <a:xfrm flipV="1">
            <a:off x="4610100" y="1571625"/>
            <a:ext cx="0" cy="47625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460BD9EE-0C50-39A3-4DC7-E793337D4368}"/>
              </a:ext>
            </a:extLst>
          </p:cNvPr>
          <p:cNvCxnSpPr>
            <a:cxnSpLocks/>
          </p:cNvCxnSpPr>
          <p:nvPr/>
        </p:nvCxnSpPr>
        <p:spPr>
          <a:xfrm flipV="1">
            <a:off x="2968230" y="2063723"/>
            <a:ext cx="0" cy="47945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95B8E890-152A-D43F-003A-7B513B1183C2}"/>
              </a:ext>
            </a:extLst>
          </p:cNvPr>
          <p:cNvSpPr/>
          <p:nvPr/>
        </p:nvSpPr>
        <p:spPr>
          <a:xfrm>
            <a:off x="3735742" y="2788435"/>
            <a:ext cx="390028" cy="3900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26F6F4-A109-283E-6936-0FD7E6FB0B66}"/>
              </a:ext>
            </a:extLst>
          </p:cNvPr>
          <p:cNvCxnSpPr>
            <a:cxnSpLocks/>
          </p:cNvCxnSpPr>
          <p:nvPr/>
        </p:nvCxnSpPr>
        <p:spPr>
          <a:xfrm flipV="1">
            <a:off x="2858397" y="1891380"/>
            <a:ext cx="0" cy="7279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7DBD320-574B-DB08-7612-888DCC93E533}"/>
              </a:ext>
            </a:extLst>
          </p:cNvPr>
          <p:cNvCxnSpPr>
            <a:cxnSpLocks/>
          </p:cNvCxnSpPr>
          <p:nvPr/>
        </p:nvCxnSpPr>
        <p:spPr>
          <a:xfrm flipH="1">
            <a:off x="2858397" y="1891380"/>
            <a:ext cx="16451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C77C2E5-2330-0763-FEF1-E78C6690F09B}"/>
              </a:ext>
            </a:extLst>
          </p:cNvPr>
          <p:cNvCxnSpPr>
            <a:cxnSpLocks/>
          </p:cNvCxnSpPr>
          <p:nvPr/>
        </p:nvCxnSpPr>
        <p:spPr>
          <a:xfrm flipV="1">
            <a:off x="4494060" y="1590675"/>
            <a:ext cx="0" cy="31975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D3714E2-D1DA-F4AB-C1A8-2FE510C01466}"/>
              </a:ext>
            </a:extLst>
          </p:cNvPr>
          <p:cNvCxnSpPr>
            <a:cxnSpLocks/>
          </p:cNvCxnSpPr>
          <p:nvPr/>
        </p:nvCxnSpPr>
        <p:spPr>
          <a:xfrm>
            <a:off x="2950462" y="2047875"/>
            <a:ext cx="165963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676AAF9-91C6-5E0E-8146-BA5E1071C150}"/>
              </a:ext>
            </a:extLst>
          </p:cNvPr>
          <p:cNvCxnSpPr>
            <a:cxnSpLocks/>
          </p:cNvCxnSpPr>
          <p:nvPr/>
        </p:nvCxnSpPr>
        <p:spPr>
          <a:xfrm flipH="1">
            <a:off x="2964419" y="2543175"/>
            <a:ext cx="621811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AF8233A-9BA2-3116-8A5B-D183FF59EAA1}"/>
              </a:ext>
            </a:extLst>
          </p:cNvPr>
          <p:cNvCxnSpPr>
            <a:cxnSpLocks/>
            <a:stCxn id="38" idx="7"/>
          </p:cNvCxnSpPr>
          <p:nvPr/>
        </p:nvCxnSpPr>
        <p:spPr>
          <a:xfrm flipH="1" flipV="1">
            <a:off x="3586230" y="2543175"/>
            <a:ext cx="4754" cy="153853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99FC5F1-5D08-6887-9F1B-3A5D70A2A53A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7420F3E-E362-CFF2-1059-99912EA5ABF2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6CC7BE8-93BF-A3F7-291A-784D5AF35EA7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932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A260-2946-888F-736C-3C93584E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5973EB-4F03-ECF0-247D-5EBFF6AAA452}"/>
              </a:ext>
            </a:extLst>
          </p:cNvPr>
          <p:cNvSpPr/>
          <p:nvPr/>
        </p:nvSpPr>
        <p:spPr>
          <a:xfrm>
            <a:off x="5590472" y="537903"/>
            <a:ext cx="3098472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B7FA74-3B87-E36C-40C6-A0963E8F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04" y="1323746"/>
            <a:ext cx="3998754" cy="384396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762697-EA30-B3E6-DD90-2C4BA81F0E1A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14D0C2-C022-7658-0DA0-5CD5502EC971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3E1D3E4-1B7F-C592-9A17-3F63669BB22F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F8205B-D4E2-AF1B-98B5-5123AF9842E6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438C41-6A10-14F6-4A74-27577F51CDF8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16DDBC5-E191-3672-1BA8-69BAB14CC25D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7B96A16-9483-876C-4E53-68147A0559BF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F87C14-6607-CDDE-03D0-751896421C30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99BC641-34CB-1984-B4FB-3BB162BFB13E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B53BC0B-CDFD-81C2-1777-80670DDDA1F1}"/>
              </a:ext>
            </a:extLst>
          </p:cNvPr>
          <p:cNvSpPr/>
          <p:nvPr/>
        </p:nvSpPr>
        <p:spPr>
          <a:xfrm>
            <a:off x="1876686" y="3681109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0D5B9C-3E4F-647A-F8AA-C07FD0BC2498}"/>
              </a:ext>
            </a:extLst>
          </p:cNvPr>
          <p:cNvSpPr/>
          <p:nvPr/>
        </p:nvSpPr>
        <p:spPr>
          <a:xfrm>
            <a:off x="88659" y="3808144"/>
            <a:ext cx="1273794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F23F47D-8CA3-78E4-90A2-DE4B7FB74D9A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36002D-D682-EE89-EEFF-741345B2623C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C8AEEA3-903F-11A6-EAAD-EA71C8811FC4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362453" y="3950187"/>
            <a:ext cx="514233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E3C048-E959-C067-E857-C00463984DBD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F1D6AED-B77F-CDD1-2392-F8FE50584ABC}"/>
              </a:ext>
            </a:extLst>
          </p:cNvPr>
          <p:cNvSpPr/>
          <p:nvPr/>
        </p:nvSpPr>
        <p:spPr>
          <a:xfrm>
            <a:off x="5103941" y="2881720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20A85B0-89C0-7AA4-D02C-3EA3E2A91702}"/>
              </a:ext>
            </a:extLst>
          </p:cNvPr>
          <p:cNvCxnSpPr>
            <a:cxnSpLocks/>
            <a:stCxn id="46" idx="0"/>
            <a:endCxn id="52" idx="2"/>
          </p:cNvCxnSpPr>
          <p:nvPr/>
        </p:nvCxnSpPr>
        <p:spPr>
          <a:xfrm flipV="1">
            <a:off x="5298955" y="2694274"/>
            <a:ext cx="0" cy="187446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1E71D84F-6A28-76D7-9014-95159F7AC258}"/>
              </a:ext>
            </a:extLst>
          </p:cNvPr>
          <p:cNvSpPr/>
          <p:nvPr/>
        </p:nvSpPr>
        <p:spPr>
          <a:xfrm>
            <a:off x="4869748" y="2453519"/>
            <a:ext cx="858414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964AFF9-087C-D5F4-0BC5-E61FE38E27C0}"/>
              </a:ext>
            </a:extLst>
          </p:cNvPr>
          <p:cNvSpPr/>
          <p:nvPr/>
        </p:nvSpPr>
        <p:spPr>
          <a:xfrm>
            <a:off x="5072908" y="353906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70C1460-0720-8C60-F692-8F871F7CCEA4}"/>
              </a:ext>
            </a:extLst>
          </p:cNvPr>
          <p:cNvSpPr/>
          <p:nvPr/>
        </p:nvSpPr>
        <p:spPr>
          <a:xfrm>
            <a:off x="4955810" y="5435026"/>
            <a:ext cx="772352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397B0BF-F909-1487-57C6-28343D0AF793}"/>
              </a:ext>
            </a:extLst>
          </p:cNvPr>
          <p:cNvCxnSpPr>
            <a:cxnSpLocks/>
            <a:endCxn id="73" idx="4"/>
          </p:cNvCxnSpPr>
          <p:nvPr/>
        </p:nvCxnSpPr>
        <p:spPr>
          <a:xfrm flipH="1" flipV="1">
            <a:off x="5341987" y="4077222"/>
            <a:ext cx="7095" cy="1368657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D2030D-5DBE-43F4-BC50-DB51825F91C4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FFCB252D-82CD-9D55-FB39-F169922EFEF0}"/>
              </a:ext>
            </a:extLst>
          </p:cNvPr>
          <p:cNvSpPr/>
          <p:nvPr/>
        </p:nvSpPr>
        <p:spPr>
          <a:xfrm>
            <a:off x="6433935" y="304191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획득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FA9A327-1E46-DAC3-E43A-926D800F1F08}"/>
              </a:ext>
            </a:extLst>
          </p:cNvPr>
          <p:cNvCxnSpPr>
            <a:cxnSpLocks/>
          </p:cNvCxnSpPr>
          <p:nvPr/>
        </p:nvCxnSpPr>
        <p:spPr>
          <a:xfrm>
            <a:off x="7139709" y="3553147"/>
            <a:ext cx="0" cy="116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순서도: 문서 22">
            <a:extLst>
              <a:ext uri="{FF2B5EF4-FFF2-40B4-BE49-F238E27FC236}">
                <a16:creationId xmlns:a16="http://schemas.microsoft.com/office/drawing/2014/main" id="{99BFC9E9-C394-8A27-A1F4-A31C119D80F0}"/>
              </a:ext>
            </a:extLst>
          </p:cNvPr>
          <p:cNvSpPr/>
          <p:nvPr/>
        </p:nvSpPr>
        <p:spPr>
          <a:xfrm>
            <a:off x="5920509" y="3669898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전력실에서 퓨즈 연결하기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2552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6E4F-752C-E6BD-EF5B-F19BB182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D8FD26-A81E-EDD0-7130-665FCBDC79BF}"/>
              </a:ext>
            </a:extLst>
          </p:cNvPr>
          <p:cNvSpPr/>
          <p:nvPr/>
        </p:nvSpPr>
        <p:spPr>
          <a:xfrm>
            <a:off x="5590472" y="537903"/>
            <a:ext cx="3098472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130138-37AC-5431-BAA7-C0FF53FA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04" y="1323746"/>
            <a:ext cx="3998754" cy="3843963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DD3FDEB3-E48F-4A43-E4DC-46F81EC0319F}"/>
              </a:ext>
            </a:extLst>
          </p:cNvPr>
          <p:cNvSpPr/>
          <p:nvPr/>
        </p:nvSpPr>
        <p:spPr>
          <a:xfrm>
            <a:off x="1876686" y="3681109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ACCFFB-C168-1090-DFD1-A1F3F9FC7F3F}"/>
              </a:ext>
            </a:extLst>
          </p:cNvPr>
          <p:cNvSpPr/>
          <p:nvPr/>
        </p:nvSpPr>
        <p:spPr>
          <a:xfrm>
            <a:off x="88659" y="3808144"/>
            <a:ext cx="1273794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35E151-FFC5-2A7F-510E-21BAE75D00B3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1CB26A1-9FEC-92F0-A714-9FE1A1156D6B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DBE2D6D1-E590-B275-5A00-6ABA83E0714E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362453" y="3950187"/>
            <a:ext cx="514233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B60B5F-DA29-A26F-9B02-16420199F6FB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BA4C03F-9E37-B7B3-3587-920EBF38F577}"/>
              </a:ext>
            </a:extLst>
          </p:cNvPr>
          <p:cNvSpPr/>
          <p:nvPr/>
        </p:nvSpPr>
        <p:spPr>
          <a:xfrm>
            <a:off x="5103941" y="2881720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2AFBEB2-CE07-7CED-E6E3-EA0B1CEABB15}"/>
              </a:ext>
            </a:extLst>
          </p:cNvPr>
          <p:cNvCxnSpPr>
            <a:cxnSpLocks/>
            <a:stCxn id="46" idx="0"/>
            <a:endCxn id="52" idx="2"/>
          </p:cNvCxnSpPr>
          <p:nvPr/>
        </p:nvCxnSpPr>
        <p:spPr>
          <a:xfrm flipV="1">
            <a:off x="5298955" y="2694274"/>
            <a:ext cx="0" cy="187446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71BFF583-AD53-C05D-B559-E69BE5217E39}"/>
              </a:ext>
            </a:extLst>
          </p:cNvPr>
          <p:cNvSpPr/>
          <p:nvPr/>
        </p:nvSpPr>
        <p:spPr>
          <a:xfrm>
            <a:off x="4869748" y="2453519"/>
            <a:ext cx="858414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F6A3DD5E-E1A4-7C38-CCF2-9592FA69A5D3}"/>
              </a:ext>
            </a:extLst>
          </p:cNvPr>
          <p:cNvSpPr/>
          <p:nvPr/>
        </p:nvSpPr>
        <p:spPr>
          <a:xfrm>
            <a:off x="5072908" y="353906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B145ACC-70EC-A6C7-EEB1-229CB439DB9F}"/>
              </a:ext>
            </a:extLst>
          </p:cNvPr>
          <p:cNvSpPr/>
          <p:nvPr/>
        </p:nvSpPr>
        <p:spPr>
          <a:xfrm>
            <a:off x="4955810" y="5435026"/>
            <a:ext cx="772352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DE60A2C-CAF8-4D63-570C-2C8B0B000CCD}"/>
              </a:ext>
            </a:extLst>
          </p:cNvPr>
          <p:cNvCxnSpPr>
            <a:cxnSpLocks/>
            <a:endCxn id="73" idx="4"/>
          </p:cNvCxnSpPr>
          <p:nvPr/>
        </p:nvCxnSpPr>
        <p:spPr>
          <a:xfrm flipH="1" flipV="1">
            <a:off x="5341987" y="4077222"/>
            <a:ext cx="7095" cy="1368657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8C3EE6-466F-9BF5-0FE1-C94082C8E48D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A5355FD-A487-1F3F-C95F-508EED44F51A}"/>
              </a:ext>
            </a:extLst>
          </p:cNvPr>
          <p:cNvSpPr/>
          <p:nvPr/>
        </p:nvSpPr>
        <p:spPr>
          <a:xfrm>
            <a:off x="6433935" y="304191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획득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95BCDEF-8C55-4612-FA9A-D898F61E5AF1}"/>
              </a:ext>
            </a:extLst>
          </p:cNvPr>
          <p:cNvCxnSpPr>
            <a:cxnSpLocks/>
          </p:cNvCxnSpPr>
          <p:nvPr/>
        </p:nvCxnSpPr>
        <p:spPr>
          <a:xfrm>
            <a:off x="7139709" y="3553147"/>
            <a:ext cx="0" cy="116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순서도: 문서 22">
            <a:extLst>
              <a:ext uri="{FF2B5EF4-FFF2-40B4-BE49-F238E27FC236}">
                <a16:creationId xmlns:a16="http://schemas.microsoft.com/office/drawing/2014/main" id="{0F693374-8FDD-0B76-0BE1-C83FB4AA5610}"/>
              </a:ext>
            </a:extLst>
          </p:cNvPr>
          <p:cNvSpPr/>
          <p:nvPr/>
        </p:nvSpPr>
        <p:spPr>
          <a:xfrm>
            <a:off x="5920509" y="3669898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190704C-41BF-834E-7959-23F8452B23D7}"/>
              </a:ext>
            </a:extLst>
          </p:cNvPr>
          <p:cNvSpPr/>
          <p:nvPr/>
        </p:nvSpPr>
        <p:spPr>
          <a:xfrm>
            <a:off x="5030953" y="3217311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6A14A45-DD03-C952-F2B1-C8F2EACCF7DA}"/>
              </a:ext>
            </a:extLst>
          </p:cNvPr>
          <p:cNvCxnSpPr>
            <a:cxnSpLocks/>
          </p:cNvCxnSpPr>
          <p:nvPr/>
        </p:nvCxnSpPr>
        <p:spPr>
          <a:xfrm>
            <a:off x="4869748" y="3808144"/>
            <a:ext cx="6242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8556BE-3D9C-4856-3E7E-C92230A17920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4869748" y="3076734"/>
            <a:ext cx="23419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8FDE031-0824-9FD8-97DF-285D61EF232E}"/>
              </a:ext>
            </a:extLst>
          </p:cNvPr>
          <p:cNvCxnSpPr>
            <a:cxnSpLocks/>
          </p:cNvCxnSpPr>
          <p:nvPr/>
        </p:nvCxnSpPr>
        <p:spPr>
          <a:xfrm>
            <a:off x="4869748" y="3076734"/>
            <a:ext cx="0" cy="7314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C89CDD8-8568-D02B-FE76-FF713C013460}"/>
              </a:ext>
            </a:extLst>
          </p:cNvPr>
          <p:cNvCxnSpPr>
            <a:cxnSpLocks/>
          </p:cNvCxnSpPr>
          <p:nvPr/>
        </p:nvCxnSpPr>
        <p:spPr>
          <a:xfrm>
            <a:off x="4724400" y="3940821"/>
            <a:ext cx="338983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9B131F3-C896-DB9A-DE62-16B4E8CD2565}"/>
              </a:ext>
            </a:extLst>
          </p:cNvPr>
          <p:cNvCxnSpPr>
            <a:cxnSpLocks/>
          </p:cNvCxnSpPr>
          <p:nvPr/>
        </p:nvCxnSpPr>
        <p:spPr>
          <a:xfrm flipH="1" flipV="1">
            <a:off x="4714875" y="2981325"/>
            <a:ext cx="9327" cy="96886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EAC0CB3-A8AB-DFAF-9E98-53E53DA946AF}"/>
              </a:ext>
            </a:extLst>
          </p:cNvPr>
          <p:cNvCxnSpPr>
            <a:cxnSpLocks/>
          </p:cNvCxnSpPr>
          <p:nvPr/>
        </p:nvCxnSpPr>
        <p:spPr>
          <a:xfrm>
            <a:off x="4703391" y="2976479"/>
            <a:ext cx="449716" cy="435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4386A5BF-3DCB-5F14-3703-5F123DAE2DAD}"/>
              </a:ext>
            </a:extLst>
          </p:cNvPr>
          <p:cNvSpPr/>
          <p:nvPr/>
        </p:nvSpPr>
        <p:spPr>
          <a:xfrm>
            <a:off x="4279944" y="3607339"/>
            <a:ext cx="390028" cy="3900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26A6B0A-5E7B-646B-8626-E3DFB7457239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F89B966-D689-526F-D346-84905EF82514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EA9FB7C-DE09-9089-E075-11B25729C2B1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274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0AC7-E26D-4715-5F88-21A93A67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D0EE21-83D5-9F90-5BE7-2092A62AECC8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2C933A4-9D2D-DEAB-82DB-0C3915BE4812}"/>
              </a:ext>
            </a:extLst>
          </p:cNvPr>
          <p:cNvCxnSpPr>
            <a:cxnSpLocks/>
          </p:cNvCxnSpPr>
          <p:nvPr/>
        </p:nvCxnSpPr>
        <p:spPr>
          <a:xfrm>
            <a:off x="7139709" y="3078243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순서도: 문서 26">
            <a:extLst>
              <a:ext uri="{FF2B5EF4-FFF2-40B4-BE49-F238E27FC236}">
                <a16:creationId xmlns:a16="http://schemas.microsoft.com/office/drawing/2014/main" id="{7769F950-1ACE-D1F0-939B-692B0D01764D}"/>
              </a:ext>
            </a:extLst>
          </p:cNvPr>
          <p:cNvSpPr/>
          <p:nvPr/>
        </p:nvSpPr>
        <p:spPr>
          <a:xfrm>
            <a:off x="5920509" y="3194994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엘리베이터에 전력 공급하기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2C715A-5E20-D519-9E33-FABB87DD42A6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951B703-739B-B7EE-4662-9A0D11BE8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9BDF0E-9179-D90C-1C3E-0E50792ADD04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62A4F5-6567-C8A2-ED3D-2E47F0D2FE49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D064889-8649-E1E1-8878-BCF1A46A3831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60BE80-5940-E4CD-5D52-F286CEC1E988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D91873-B14A-5D0C-D697-6F51274FBF6A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B30960A-76A1-AF84-B6DE-3C8E7789EE1E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EB91C1-79B8-B58D-5A21-BB4913ECF46D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2738A0-CDB3-223E-2B5A-CE1AB2900C51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CF0F9BB-4AAB-C341-3717-57CCAA1489CF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D92EEB9-D05B-B91C-0D49-9AC8EF1BF9F4}"/>
              </a:ext>
            </a:extLst>
          </p:cNvPr>
          <p:cNvSpPr/>
          <p:nvPr/>
        </p:nvSpPr>
        <p:spPr>
          <a:xfrm>
            <a:off x="1372096" y="205580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52954B2-140C-3DFE-983F-408AF73C8AE8}"/>
              </a:ext>
            </a:extLst>
          </p:cNvPr>
          <p:cNvSpPr/>
          <p:nvPr/>
        </p:nvSpPr>
        <p:spPr>
          <a:xfrm>
            <a:off x="288155" y="218284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C916ED8-B4F8-6F71-F4A4-3AF76199E9BF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DE5AC70B-A915-2F9D-9FAF-57321FF960A1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D2C0868-9346-BDCC-9D57-AAC77661F813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385A2B-DC70-B7F7-7D26-D9EAE4809DB6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392A9C2-7BB2-B226-5C91-CDA0D799467B}"/>
              </a:ext>
            </a:extLst>
          </p:cNvPr>
          <p:cNvSpPr/>
          <p:nvPr/>
        </p:nvSpPr>
        <p:spPr>
          <a:xfrm>
            <a:off x="2509237" y="4578599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20E2AF33-2099-8311-C49C-10EAC77D761E}"/>
              </a:ext>
            </a:extLst>
          </p:cNvPr>
          <p:cNvSpPr/>
          <p:nvPr/>
        </p:nvSpPr>
        <p:spPr>
          <a:xfrm>
            <a:off x="2329105" y="5318365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</a:t>
            </a: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0537A716-248F-157C-ECCC-6F0308D36CC0}"/>
              </a:ext>
            </a:extLst>
          </p:cNvPr>
          <p:cNvSpPr/>
          <p:nvPr/>
        </p:nvSpPr>
        <p:spPr>
          <a:xfrm>
            <a:off x="3375043" y="451028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B2EA9E71-21C1-3E9E-AFB9-AAE5DE816E81}"/>
              </a:ext>
            </a:extLst>
          </p:cNvPr>
          <p:cNvSpPr/>
          <p:nvPr/>
        </p:nvSpPr>
        <p:spPr>
          <a:xfrm>
            <a:off x="3920490" y="5301849"/>
            <a:ext cx="1009884" cy="257272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컴퓨터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094CF12-6702-897B-784A-40C4E685B33E}"/>
              </a:ext>
            </a:extLst>
          </p:cNvPr>
          <p:cNvCxnSpPr>
            <a:cxnSpLocks/>
            <a:stCxn id="50" idx="4"/>
            <a:endCxn id="57" idx="0"/>
          </p:cNvCxnSpPr>
          <p:nvPr/>
        </p:nvCxnSpPr>
        <p:spPr>
          <a:xfrm>
            <a:off x="2704251" y="4968627"/>
            <a:ext cx="0" cy="34973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1E784796-D900-29D1-D3D0-E859DB4F4D72}"/>
              </a:ext>
            </a:extLst>
          </p:cNvPr>
          <p:cNvCxnSpPr>
            <a:cxnSpLocks/>
            <a:stCxn id="94" idx="6"/>
            <a:endCxn id="95" idx="0"/>
          </p:cNvCxnSpPr>
          <p:nvPr/>
        </p:nvCxnSpPr>
        <p:spPr>
          <a:xfrm>
            <a:off x="3765071" y="4705296"/>
            <a:ext cx="660361" cy="596553"/>
          </a:xfrm>
          <a:prstGeom prst="bentConnector2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838724A1-FD34-ABF9-054D-6AE86F224EF5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154801" y="2324883"/>
            <a:ext cx="21729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8939E86-70BC-59B3-B360-38703B02B393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박스와 상호작용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연결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36AB928-6853-31B3-CB93-292692C1A684}"/>
              </a:ext>
            </a:extLst>
          </p:cNvPr>
          <p:cNvCxnSpPr>
            <a:cxnSpLocks/>
          </p:cNvCxnSpPr>
          <p:nvPr/>
        </p:nvCxnSpPr>
        <p:spPr>
          <a:xfrm>
            <a:off x="7139709" y="4355297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문서 15">
            <a:extLst>
              <a:ext uri="{FF2B5EF4-FFF2-40B4-BE49-F238E27FC236}">
                <a16:creationId xmlns:a16="http://schemas.microsoft.com/office/drawing/2014/main" id="{C10CAAC4-AEB6-2A87-D95F-AD2467DA5FA8}"/>
              </a:ext>
            </a:extLst>
          </p:cNvPr>
          <p:cNvSpPr/>
          <p:nvPr/>
        </p:nvSpPr>
        <p:spPr>
          <a:xfrm>
            <a:off x="5920509" y="4472048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20F8ACC4-10B0-66E2-C6E7-14DE66D65116}"/>
              </a:ext>
            </a:extLst>
          </p:cNvPr>
          <p:cNvSpPr/>
          <p:nvPr/>
        </p:nvSpPr>
        <p:spPr>
          <a:xfrm>
            <a:off x="6433935" y="5144353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100398-2B72-DCF9-F57B-CBDD9A89A4F6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-3]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A09D0E76-9A81-5F1E-AC02-73372F383E41}"/>
              </a:ext>
            </a:extLst>
          </p:cNvPr>
          <p:cNvSpPr/>
          <p:nvPr/>
        </p:nvSpPr>
        <p:spPr>
          <a:xfrm>
            <a:off x="6433935" y="1292094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획득</a:t>
            </a:r>
          </a:p>
        </p:txBody>
      </p:sp>
      <p:sp>
        <p:nvSpPr>
          <p:cNvPr id="28" name="순서도: 처리 27">
            <a:extLst>
              <a:ext uri="{FF2B5EF4-FFF2-40B4-BE49-F238E27FC236}">
                <a16:creationId xmlns:a16="http://schemas.microsoft.com/office/drawing/2014/main" id="{5AEB9912-69B0-EEA3-7751-C43EEF9B383F}"/>
              </a:ext>
            </a:extLst>
          </p:cNvPr>
          <p:cNvSpPr/>
          <p:nvPr/>
        </p:nvSpPr>
        <p:spPr>
          <a:xfrm>
            <a:off x="6433935" y="386715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컴퓨터를 조작해 엘리베이터 전력 공급</a:t>
            </a:r>
          </a:p>
        </p:txBody>
      </p:sp>
    </p:spTree>
    <p:extLst>
      <p:ext uri="{BB962C8B-B14F-4D97-AF65-F5344CB8AC3E}">
        <p14:creationId xmlns:p14="http://schemas.microsoft.com/office/powerpoint/2010/main" val="2209996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DC24-200C-AAEB-8C02-9526F5F20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3D0D3E-19B2-0499-6083-D611FF6BDB1C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7D26962-A15A-4184-A4E9-0E92DE9871BA}"/>
              </a:ext>
            </a:extLst>
          </p:cNvPr>
          <p:cNvCxnSpPr>
            <a:cxnSpLocks/>
          </p:cNvCxnSpPr>
          <p:nvPr/>
        </p:nvCxnSpPr>
        <p:spPr>
          <a:xfrm>
            <a:off x="7139709" y="3078243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순서도: 문서 26">
            <a:extLst>
              <a:ext uri="{FF2B5EF4-FFF2-40B4-BE49-F238E27FC236}">
                <a16:creationId xmlns:a16="http://schemas.microsoft.com/office/drawing/2014/main" id="{D33FCBE2-AB6A-151F-B80D-B04D844077CE}"/>
              </a:ext>
            </a:extLst>
          </p:cNvPr>
          <p:cNvSpPr/>
          <p:nvPr/>
        </p:nvSpPr>
        <p:spPr>
          <a:xfrm>
            <a:off x="5920509" y="3194994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엘리베이터에 전력 공급하기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BA114B-4B0B-3C70-24C4-7048EE768A03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F3E8304F-CDC4-5AE7-D54E-EDD9AE435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52D174E8-9AFC-AEB2-C542-0098809623DB}"/>
              </a:ext>
            </a:extLst>
          </p:cNvPr>
          <p:cNvSpPr/>
          <p:nvPr/>
        </p:nvSpPr>
        <p:spPr>
          <a:xfrm>
            <a:off x="1372096" y="205580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32E5B6-BE28-34AA-6681-7621F0A2E0D7}"/>
              </a:ext>
            </a:extLst>
          </p:cNvPr>
          <p:cNvSpPr/>
          <p:nvPr/>
        </p:nvSpPr>
        <p:spPr>
          <a:xfrm>
            <a:off x="288155" y="218284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15BCBE6-A93F-2CB2-1FD8-4BD22B29F7B7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EDFA2232-A2FE-8CCF-810B-A7E20EE02F85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A63BD2-FA85-B38A-FACF-6D92D41A8EED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0C8578-3AFC-10CA-8B17-4473C52D1672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F828FFC-033B-E129-B612-FB45CA5A38F7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154801" y="2324883"/>
            <a:ext cx="21729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C3116C8F-2D5E-BEBB-9966-510FA68A6A05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박스와 상호작용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연결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7A0A01A-470A-6622-6DAC-52BCD1A5E9FF}"/>
              </a:ext>
            </a:extLst>
          </p:cNvPr>
          <p:cNvCxnSpPr>
            <a:cxnSpLocks/>
          </p:cNvCxnSpPr>
          <p:nvPr/>
        </p:nvCxnSpPr>
        <p:spPr>
          <a:xfrm>
            <a:off x="7139709" y="4355297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문서 15">
            <a:extLst>
              <a:ext uri="{FF2B5EF4-FFF2-40B4-BE49-F238E27FC236}">
                <a16:creationId xmlns:a16="http://schemas.microsoft.com/office/drawing/2014/main" id="{963687A8-498D-FEB2-22E2-96FEAF32AEDF}"/>
              </a:ext>
            </a:extLst>
          </p:cNvPr>
          <p:cNvSpPr/>
          <p:nvPr/>
        </p:nvSpPr>
        <p:spPr>
          <a:xfrm>
            <a:off x="5920509" y="4472048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5B950496-E8BE-C48A-2CC9-9B84AFDEBA8E}"/>
              </a:ext>
            </a:extLst>
          </p:cNvPr>
          <p:cNvSpPr/>
          <p:nvPr/>
        </p:nvSpPr>
        <p:spPr>
          <a:xfrm>
            <a:off x="6433935" y="5144353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9F088A-F004-F5FF-33E4-17B2E32A5606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-3]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477DF617-027D-EE46-FDDD-DDC44A23A233}"/>
              </a:ext>
            </a:extLst>
          </p:cNvPr>
          <p:cNvSpPr/>
          <p:nvPr/>
        </p:nvSpPr>
        <p:spPr>
          <a:xfrm>
            <a:off x="6433935" y="1292094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이동해 퓨즈 보관함 개봉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획득</a:t>
            </a:r>
          </a:p>
        </p:txBody>
      </p:sp>
      <p:sp>
        <p:nvSpPr>
          <p:cNvPr id="28" name="순서도: 처리 27">
            <a:extLst>
              <a:ext uri="{FF2B5EF4-FFF2-40B4-BE49-F238E27FC236}">
                <a16:creationId xmlns:a16="http://schemas.microsoft.com/office/drawing/2014/main" id="{51308A98-D1BF-E480-0DBC-69833590BE54}"/>
              </a:ext>
            </a:extLst>
          </p:cNvPr>
          <p:cNvSpPr/>
          <p:nvPr/>
        </p:nvSpPr>
        <p:spPr>
          <a:xfrm>
            <a:off x="6433935" y="386715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컴퓨터를 조작해 엘리베이터 전력 공급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2403432-B586-D2CF-1830-E8A3FEB46FED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C6E3542-4DCE-3382-524C-12032F4ED883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동선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EA2A5C7-8BE3-A491-B99D-9CA261EDB892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31C0113-4000-9C15-EE1D-DD9BCAA62540}"/>
              </a:ext>
            </a:extLst>
          </p:cNvPr>
          <p:cNvCxnSpPr>
            <a:cxnSpLocks/>
          </p:cNvCxnSpPr>
          <p:nvPr/>
        </p:nvCxnSpPr>
        <p:spPr>
          <a:xfrm>
            <a:off x="2587520" y="4304145"/>
            <a:ext cx="7775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D5E67CA-C813-F150-8599-4F29D4E1FF86}"/>
              </a:ext>
            </a:extLst>
          </p:cNvPr>
          <p:cNvCxnSpPr>
            <a:cxnSpLocks/>
          </p:cNvCxnSpPr>
          <p:nvPr/>
        </p:nvCxnSpPr>
        <p:spPr>
          <a:xfrm flipV="1">
            <a:off x="2587520" y="2370910"/>
            <a:ext cx="0" cy="193323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658051F-6A25-B65B-9C34-8BE57D332E90}"/>
              </a:ext>
            </a:extLst>
          </p:cNvPr>
          <p:cNvCxnSpPr>
            <a:cxnSpLocks/>
          </p:cNvCxnSpPr>
          <p:nvPr/>
        </p:nvCxnSpPr>
        <p:spPr>
          <a:xfrm>
            <a:off x="1906621" y="2380920"/>
            <a:ext cx="68089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F296ABF-40C5-FE33-ACDD-47B56D34F02A}"/>
              </a:ext>
            </a:extLst>
          </p:cNvPr>
          <p:cNvCxnSpPr>
            <a:cxnSpLocks/>
          </p:cNvCxnSpPr>
          <p:nvPr/>
        </p:nvCxnSpPr>
        <p:spPr>
          <a:xfrm flipV="1">
            <a:off x="3647835" y="2218119"/>
            <a:ext cx="0" cy="208602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B7001E4E-AB73-4FAA-4F03-5CAF423C18A6}"/>
              </a:ext>
            </a:extLst>
          </p:cNvPr>
          <p:cNvCxnSpPr>
            <a:cxnSpLocks/>
          </p:cNvCxnSpPr>
          <p:nvPr/>
        </p:nvCxnSpPr>
        <p:spPr>
          <a:xfrm flipH="1">
            <a:off x="1906621" y="2218119"/>
            <a:ext cx="1741214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DFAE69EA-5E4D-57D7-FEA8-2D07849FE198}"/>
              </a:ext>
            </a:extLst>
          </p:cNvPr>
          <p:cNvSpPr/>
          <p:nvPr/>
        </p:nvSpPr>
        <p:spPr>
          <a:xfrm>
            <a:off x="2657239" y="3873364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0EAC2BD-0505-40C9-33B6-21232FC9D54C}"/>
              </a:ext>
            </a:extLst>
          </p:cNvPr>
          <p:cNvSpPr/>
          <p:nvPr/>
        </p:nvSpPr>
        <p:spPr>
          <a:xfrm>
            <a:off x="3213491" y="2292605"/>
            <a:ext cx="390028" cy="3900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766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07C59-349A-8909-5109-AFCB346A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3972B05-0A7A-3A36-7D60-67A3814E202F}"/>
              </a:ext>
            </a:extLst>
          </p:cNvPr>
          <p:cNvSpPr/>
          <p:nvPr/>
        </p:nvSpPr>
        <p:spPr>
          <a:xfrm>
            <a:off x="5590472" y="537903"/>
            <a:ext cx="3098472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95A9E5-9A91-44B2-56D1-EFBBC5A84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04" y="1323746"/>
            <a:ext cx="3998754" cy="384396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C155D3-C77F-E330-A0A7-C202AFB78338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FDC825-78E3-2091-4D53-B8361E2E4999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AF0AD2D-952B-883A-4C1C-36C0F0757292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0121B1-84E6-BBDC-2B9E-6AE1D9BF115C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81D4BC-6DB8-0392-966F-047BA5791F03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400ECA3-B319-05D9-512A-A52895BA76DD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A7BBD3-DF3E-B7DA-23AF-1A4C5D49E86A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4D001C0-B83B-C92B-B7CD-D40B997621F3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BEF5C47-A0B7-2E77-18D5-7F70709BA627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39417C7-E167-F768-6046-870E770D580D}"/>
              </a:ext>
            </a:extLst>
          </p:cNvPr>
          <p:cNvSpPr/>
          <p:nvPr/>
        </p:nvSpPr>
        <p:spPr>
          <a:xfrm>
            <a:off x="1876686" y="3681109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4CA986-D77E-D3BD-3B3A-F57C4182E246}"/>
              </a:ext>
            </a:extLst>
          </p:cNvPr>
          <p:cNvSpPr/>
          <p:nvPr/>
        </p:nvSpPr>
        <p:spPr>
          <a:xfrm>
            <a:off x="88659" y="3808144"/>
            <a:ext cx="1273794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964413-29E5-B1FE-0506-33612158EB87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8D41567-3BD3-8CCA-B160-01F63B60A2A0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D98F0D5E-3C55-7BCC-4BB5-1374ABEF2EF2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362453" y="3950187"/>
            <a:ext cx="514233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70074F-E962-1AA3-E351-A8096027C897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-3]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614D8AC-7AFD-15F2-9952-D8AC8C00216A}"/>
              </a:ext>
            </a:extLst>
          </p:cNvPr>
          <p:cNvSpPr/>
          <p:nvPr/>
        </p:nvSpPr>
        <p:spPr>
          <a:xfrm>
            <a:off x="2468369" y="3486095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FBBB677-312F-786F-EF7E-9A5FEACE1834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2663383" y="3176891"/>
            <a:ext cx="0" cy="30920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C665BEDC-E17B-9864-B99D-6C48121CDCC1}"/>
              </a:ext>
            </a:extLst>
          </p:cNvPr>
          <p:cNvSpPr/>
          <p:nvPr/>
        </p:nvSpPr>
        <p:spPr>
          <a:xfrm>
            <a:off x="2080645" y="2936136"/>
            <a:ext cx="1165476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5030A37-7630-4F44-1F78-76ED82BD225B}"/>
              </a:ext>
            </a:extLst>
          </p:cNvPr>
          <p:cNvSpPr/>
          <p:nvPr/>
        </p:nvSpPr>
        <p:spPr>
          <a:xfrm>
            <a:off x="5072908" y="353906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7E1E5EF-D470-62EE-DFD7-E28BC454FE48}"/>
              </a:ext>
            </a:extLst>
          </p:cNvPr>
          <p:cNvSpPr/>
          <p:nvPr/>
        </p:nvSpPr>
        <p:spPr>
          <a:xfrm>
            <a:off x="4955810" y="5435026"/>
            <a:ext cx="772352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3DB7D44-3F41-C895-7642-9FE689FFAC5D}"/>
              </a:ext>
            </a:extLst>
          </p:cNvPr>
          <p:cNvCxnSpPr>
            <a:cxnSpLocks/>
            <a:endCxn id="73" idx="4"/>
          </p:cNvCxnSpPr>
          <p:nvPr/>
        </p:nvCxnSpPr>
        <p:spPr>
          <a:xfrm flipH="1" flipV="1">
            <a:off x="5341987" y="4077222"/>
            <a:ext cx="7095" cy="1368657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A86962-5142-9AB0-A028-8A1731369E01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D8DD6752-3CC1-B8E5-0EFF-310F7CBCD0B2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0679FC8-3135-CA17-1B4A-BD46AF04CC9F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순서도: 문서 22">
            <a:extLst>
              <a:ext uri="{FF2B5EF4-FFF2-40B4-BE49-F238E27FC236}">
                <a16:creationId xmlns:a16="http://schemas.microsoft.com/office/drawing/2014/main" id="{4EDEC9F8-8113-7C22-733D-8E09C30B8414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D43CD7E4-105D-824F-93B2-88C92218A815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패널과 상호작용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094FC9E-9516-94AB-DB82-C618FEFA1D9C}"/>
              </a:ext>
            </a:extLst>
          </p:cNvPr>
          <p:cNvCxnSpPr>
            <a:cxnSpLocks/>
          </p:cNvCxnSpPr>
          <p:nvPr/>
        </p:nvCxnSpPr>
        <p:spPr>
          <a:xfrm>
            <a:off x="7139709" y="3076734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순서도: 문서 35">
            <a:extLst>
              <a:ext uri="{FF2B5EF4-FFF2-40B4-BE49-F238E27FC236}">
                <a16:creationId xmlns:a16="http://schemas.microsoft.com/office/drawing/2014/main" id="{F4104E59-7913-5204-C1AB-28A4BC505F5F}"/>
              </a:ext>
            </a:extLst>
          </p:cNvPr>
          <p:cNvSpPr/>
          <p:nvPr/>
        </p:nvSpPr>
        <p:spPr>
          <a:xfrm>
            <a:off x="5920509" y="3193485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내부 연구실로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8FA7B90F-07C5-9CA8-40EF-277121A4EC99}"/>
              </a:ext>
            </a:extLst>
          </p:cNvPr>
          <p:cNvSpPr/>
          <p:nvPr/>
        </p:nvSpPr>
        <p:spPr>
          <a:xfrm>
            <a:off x="9181779" y="2540119"/>
            <a:ext cx="2290618" cy="636772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조작 실패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최고 등급 권한이 필요합니다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F771E22-F2D3-6E43-B19A-2594DD5DC142}"/>
              </a:ext>
            </a:extLst>
          </p:cNvPr>
          <p:cNvCxnSpPr>
            <a:cxnSpLocks/>
          </p:cNvCxnSpPr>
          <p:nvPr/>
        </p:nvCxnSpPr>
        <p:spPr>
          <a:xfrm>
            <a:off x="7855553" y="2852759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5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1546</Words>
  <Application>Microsoft Office PowerPoint</Application>
  <PresentationFormat>와이드스크린</PresentationFormat>
  <Paragraphs>466</Paragraphs>
  <Slides>22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Noto Sans KR</vt:lpstr>
      <vt:lpstr>맑은 고딕</vt:lpstr>
      <vt:lpstr>Arial</vt:lpstr>
      <vt:lpstr>Wingdings</vt:lpstr>
      <vt:lpstr>Office 테마</vt:lpstr>
      <vt:lpstr>Hallucinate 레벨 디자인</vt:lpstr>
      <vt:lpstr>수정 내역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</dc:creator>
  <cp:lastModifiedBy>PC ES</cp:lastModifiedBy>
  <cp:revision>47</cp:revision>
  <dcterms:created xsi:type="dcterms:W3CDTF">2025-11-06T11:15:36Z</dcterms:created>
  <dcterms:modified xsi:type="dcterms:W3CDTF">2025-11-16T07:54:11Z</dcterms:modified>
</cp:coreProperties>
</file>